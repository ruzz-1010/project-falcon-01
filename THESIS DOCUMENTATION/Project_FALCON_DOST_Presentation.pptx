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_rels/slideMaster11.xml.rels" ContentType="application/vnd.openxmlformats-package.relationships+xml"/>
  <Override PartName="/ppt/slideMasters/_rels/slideMaster5.xml.rels" ContentType="application/vnd.openxmlformats-package.relationships+xml"/>
  <Override PartName="/ppt/slideMasters/_rels/slideMaster10.xml.rels" ContentType="application/vnd.openxmlformats-package.relationships+xml"/>
  <Override PartName="/ppt/slideMasters/_rels/slideMaster4.xml.rels" ContentType="application/vnd.openxmlformats-package.relationships+xml"/>
  <Override PartName="/ppt/slideMasters/_rels/slideMaster9.xml.rels" ContentType="application/vnd.openxmlformats-package.relationships+xml"/>
  <Override PartName="/ppt/slideMasters/_rels/slideMaster8.xml.rels" ContentType="application/vnd.openxmlformats-package.relationships+xml"/>
  <Override PartName="/ppt/slideMasters/_rels/slideMaster7.xml.rels" ContentType="application/vnd.openxmlformats-package.relationships+xml"/>
  <Override PartName="/ppt/slideMasters/_rels/slideMaster6.xml.rels" ContentType="application/vnd.openxmlformats-package.relationships+xml"/>
  <Override PartName="/ppt/slideMasters/_rels/slideMaster3.xml.rels" ContentType="application/vnd.openxmlformats-package.relationships+xml"/>
  <Override PartName="/ppt/slideMasters/_rels/slideMaster2.xml.rels" ContentType="application/vnd.openxmlformats-package.relationships+xml"/>
  <Override PartName="/ppt/slideMasters/_rels/slideMaster1.xml.rels" ContentType="application/vnd.openxmlformats-package.relationship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presProps.xml" ContentType="application/vnd.openxmlformats-officedocument.presentationml.presProps+xml"/>
  <Override PartName="/ppt/theme/theme1.xml" ContentType="application/vnd.openxmlformats-officedocument.theme+xml"/>
  <Override PartName="/ppt/theme/theme11.xml" ContentType="application/vnd.openxmlformats-officedocument.theme+xml"/>
  <Override PartName="/ppt/theme/theme2.xml" ContentType="application/vnd.openxmlformats-officedocument.theme+xml"/>
  <Override PartName="/ppt/theme/theme1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slideLayouts/_rels/slideLayout9.xml.rels" ContentType="application/vnd.openxmlformats-package.relationships+xml"/>
  <Override PartName="/ppt/slideLayouts/_rels/slideLayout8.xml.rels" ContentType="application/vnd.openxmlformats-package.relationships+xml"/>
  <Override PartName="/ppt/slideLayouts/_rels/slideLayout7.xml.rels" ContentType="application/vnd.openxmlformats-package.relationships+xml"/>
  <Override PartName="/ppt/slideLayouts/_rels/slideLayout11.xml.rels" ContentType="application/vnd.openxmlformats-package.relationships+xml"/>
  <Override PartName="/ppt/slideLayouts/_rels/slideLayout3.xml.rels" ContentType="application/vnd.openxmlformats-package.relationships+xml"/>
  <Override PartName="/ppt/slideLayouts/_rels/slideLayout6.xml.rels" ContentType="application/vnd.openxmlformats-package.relationships+xml"/>
  <Override PartName="/ppt/slideLayouts/_rels/slideLayout10.xml.rels" ContentType="application/vnd.openxmlformats-package.relationships+xml"/>
  <Override PartName="/ppt/slideLayouts/_rels/slideLayout2.xml.rels" ContentType="application/vnd.openxmlformats-package.relationships+xml"/>
  <Override PartName="/ppt/slideLayouts/_rels/slideLayout5.xml.rels" ContentType="application/vnd.openxmlformats-package.relationships+xml"/>
  <Override PartName="/ppt/slideLayouts/_rels/slideLayout4.xml.rels" ContentType="application/vnd.openxmlformats-package.relationships+xml"/>
  <Override PartName="/ppt/slideLayouts/_rels/slideLayout1.xml.rels" ContentType="application/vnd.openxmlformats-package.relationshi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10.xml" ContentType="application/vnd.openxmlformats-officedocument.presentationml.slideLayout+xml"/>
  <Override PartName="/ppt/slideLayouts/slideLayout6.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_rels/presentation.xml.rels" ContentType="application/vnd.openxmlformats-package.relationships+xml"/>
  <Override PartName="/ppt/notesMasters/_rels/notesMaster1.xml.rels" ContentType="application/vnd.openxmlformats-package.relationships+xml"/>
  <Override PartName="/ppt/notesMasters/notesMaster1.xml" ContentType="application/vnd.openxmlformats-officedocument.presentationml.notesMaster+xml"/>
  <Override PartName="/ppt/media/image1.png" ContentType="image/png"/>
  <Override PartName="/ppt/media/image2.jpeg" ContentType="image/jpeg"/>
  <Override PartName="/ppt/media/image4.png" ContentType="image/png"/>
  <Override PartName="/ppt/media/image3.png" ContentType="image/png"/>
  <Override PartName="/ppt/media/image5.png" ContentType="image/png"/>
  <Override PartName="/ppt/media/image6.png" ContentType="image/png"/>
  <Override PartName="/ppt/media/image7.png" ContentType="image/png"/>
  <Override PartName="/ppt/media/image8.png" ContentType="image/png"/>
  <Override PartName="/ppt/media/image9.png" ContentType="image/png"/>
  <Override PartName="/ppt/slides/_rels/slide13.xml.rels" ContentType="application/vnd.openxmlformats-package.relationships+xml"/>
  <Override PartName="/ppt/slides/_rels/slide12.xml.rels" ContentType="application/vnd.openxmlformats-package.relationships+xml"/>
  <Override PartName="/ppt/slides/_rels/slide9.xml.rels" ContentType="application/vnd.openxmlformats-package.relationships+xml"/>
  <Override PartName="/ppt/slides/_rels/slide11.xml.rels" ContentType="application/vnd.openxmlformats-package.relationships+xml"/>
  <Override PartName="/ppt/slides/_rels/slide8.xml.rels" ContentType="application/vnd.openxmlformats-package.relationships+xml"/>
  <Override PartName="/ppt/slides/_rels/slide10.xml.rels" ContentType="application/vnd.openxmlformats-package.relationships+xml"/>
  <Override PartName="/ppt/slides/_rels/slide7.xml.rels" ContentType="application/vnd.openxmlformats-package.relationships+xml"/>
  <Override PartName="/ppt/slides/_rels/slide6.xml.rels" ContentType="application/vnd.openxmlformats-package.relationships+xml"/>
  <Override PartName="/ppt/slides/_rels/slide5.xml.rels" ContentType="application/vnd.openxmlformats-package.relationships+xml"/>
  <Override PartName="/ppt/slides/_rels/slide4.xml.rels" ContentType="application/vnd.openxmlformats-package.relationships+xml"/>
  <Override PartName="/ppt/slides/_rels/slide3.xml.rels" ContentType="application/vnd.openxmlformats-package.relationships+xml"/>
  <Override PartName="/ppt/slides/_rels/slide2.xml.rels" ContentType="application/vnd.openxmlformats-package.relationships+xml"/>
  <Override PartName="/ppt/slides/_rels/slide1.xml.rels" ContentType="application/vnd.openxmlformats-package.relationships+xml"/>
  <Override PartName="/ppt/slides/slide13.xml" ContentType="application/vnd.openxmlformats-officedocument.presentationml.slide+xml"/>
  <Override PartName="/ppt/slides/slide12.xml" ContentType="application/vnd.openxmlformats-officedocument.presentationml.slide+xml"/>
  <Override PartName="/ppt/slides/slide9.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Override PartName="/ppt/slides/slide5.xml" ContentType="application/vnd.openxmlformats-officedocument.presentationml.slide+xml"/>
  <Override PartName="/ppt/slides/slide4.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Override PartName="/ppt/slides/slide1.xml" ContentType="application/vnd.openxmlformats-officedocument.presentationml.slide+xml"/>
  <Override PartName="/ppt/notesSlides/_rels/notesSlide13.xml.rels" ContentType="application/vnd.openxmlformats-package.relationships+xml"/>
  <Override PartName="/ppt/notesSlides/_rels/notesSlide6.xml.rels" ContentType="application/vnd.openxmlformats-package.relationships+xml"/>
  <Override PartName="/ppt/notesSlides/_rels/notesSlide12.xml.rels" ContentType="application/vnd.openxmlformats-package.relationships+xml"/>
  <Override PartName="/ppt/notesSlides/_rels/notesSlide5.xml.rels" ContentType="application/vnd.openxmlformats-package.relationships+xml"/>
  <Override PartName="/ppt/notesSlides/_rels/notesSlide11.xml.rels" ContentType="application/vnd.openxmlformats-package.relationships+xml"/>
  <Override PartName="/ppt/notesSlides/_rels/notesSlide4.xml.rels" ContentType="application/vnd.openxmlformats-package.relationships+xml"/>
  <Override PartName="/ppt/notesSlides/_rels/notesSlide9.xml.rels" ContentType="application/vnd.openxmlformats-package.relationships+xml"/>
  <Override PartName="/ppt/notesSlides/_rels/notesSlide10.xml.rels" ContentType="application/vnd.openxmlformats-package.relationships+xml"/>
  <Override PartName="/ppt/notesSlides/_rels/notesSlide3.xml.rels" ContentType="application/vnd.openxmlformats-package.relationships+xml"/>
  <Override PartName="/ppt/notesSlides/_rels/notesSlide8.xml.rels" ContentType="application/vnd.openxmlformats-package.relationships+xml"/>
  <Override PartName="/ppt/notesSlides/_rels/notesSlide7.xml.rels" ContentType="application/vnd.openxmlformats-package.relationships+xml"/>
  <Override PartName="/ppt/notesSlides/_rels/notesSlide2.xml.rels" ContentType="application/vnd.openxmlformats-package.relationships+xml"/>
  <Override PartName="/ppt/notesSlides/_rels/notesSlide1.xml.rels" ContentType="application/vnd.openxmlformats-package.relationships+xml"/>
  <Override PartName="/ppt/notesSlides/notesSlide13.xml" ContentType="application/vnd.openxmlformats-officedocument.presentationml.notesSlide+xml"/>
  <Override PartName="/ppt/notesSlides/notesSlide12.xml" ContentType="application/vnd.openxmlformats-officedocument.presentationml.notesSlide+xml"/>
  <Override PartName="/ppt/notesSlides/notesSlide11.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0" r:id="rId3"/>
    <p:sldMasterId id="2147483652" r:id="rId4"/>
    <p:sldMasterId id="2147483654" r:id="rId5"/>
    <p:sldMasterId id="2147483656" r:id="rId6"/>
    <p:sldMasterId id="2147483658" r:id="rId7"/>
    <p:sldMasterId id="2147483660" r:id="rId8"/>
    <p:sldMasterId id="2147483662" r:id="rId9"/>
    <p:sldMasterId id="2147483664" r:id="rId10"/>
    <p:sldMasterId id="2147483666" r:id="rId11"/>
    <p:sldMasterId id="2147483668" r:id="rId12"/>
  </p:sldMasterIdLst>
  <p:notesMasterIdLst>
    <p:notesMasterId r:id="rId13"/>
  </p:notesMasterIdLst>
  <p:sldIdLst>
    <p:sldId id="256" r:id="rId14"/>
    <p:sldId id="257" r:id="rId15"/>
    <p:sldId id="258" r:id="rId16"/>
    <p:sldId id="259" r:id="rId17"/>
    <p:sldId id="260" r:id="rId18"/>
    <p:sldId id="261" r:id="rId19"/>
    <p:sldId id="262" r:id="rId20"/>
    <p:sldId id="263" r:id="rId21"/>
    <p:sldId id="264" r:id="rId22"/>
    <p:sldId id="265" r:id="rId23"/>
    <p:sldId id="266" r:id="rId24"/>
    <p:sldId id="267" r:id="rId25"/>
    <p:sldId id="268" r:id="rId26"/>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notesMaster" Target="notesMasters/notesMaster1.xml"/><Relationship Id="rId14" Type="http://schemas.openxmlformats.org/officeDocument/2006/relationships/slide" Target="slides/slide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12.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7" name="PlaceHolder 1"/>
          <p:cNvSpPr>
            <a:spLocks noGrp="1"/>
          </p:cNvSpPr>
          <p:nvPr>
            <p:ph type="sldImg"/>
          </p:nvPr>
        </p:nvSpPr>
        <p:spPr>
          <a:xfrm>
            <a:off x="0" y="764280"/>
            <a:ext cx="0" cy="0"/>
          </a:xfrm>
          <a:prstGeom prst="rect">
            <a:avLst/>
          </a:prstGeom>
          <a:noFill/>
          <a:ln w="0">
            <a:noFill/>
          </a:ln>
        </p:spPr>
        <p:txBody>
          <a:bodyPr lIns="0" rIns="0" tIns="0" bIns="0" anchor="ctr">
            <a:noAutofit/>
          </a:bodyPr>
          <a:p>
            <a:r>
              <a:rPr b="0" lang="en-US" sz="1800" spc="-1" strike="noStrike">
                <a:solidFill>
                  <a:schemeClr val="dk1"/>
                </a:solidFill>
                <a:latin typeface="Calibri"/>
              </a:rPr>
              <a:t>Click to move the slide</a:t>
            </a:r>
            <a:endParaRPr b="0" lang="en-US" sz="1800" spc="-1" strike="noStrike">
              <a:solidFill>
                <a:schemeClr val="dk1"/>
              </a:solidFill>
              <a:latin typeface="Calibri"/>
            </a:endParaRPr>
          </a:p>
        </p:txBody>
      </p:sp>
      <p:sp>
        <p:nvSpPr>
          <p:cNvPr id="68"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marL="216000" indent="-216000">
              <a:buNone/>
            </a:pPr>
            <a:r>
              <a:rPr b="0" lang="en-US" sz="2000" spc="-1" strike="noStrike">
                <a:solidFill>
                  <a:srgbClr val="000000"/>
                </a:solidFill>
                <a:latin typeface="Arial"/>
              </a:rPr>
              <a:t>Click to edit the notes format</a:t>
            </a:r>
            <a:endParaRPr b="0" lang="en-US" sz="2000" spc="-1" strike="noStrike">
              <a:solidFill>
                <a:srgbClr val="000000"/>
              </a:solidFill>
              <a:latin typeface="Arial"/>
            </a:endParaRPr>
          </a:p>
        </p:txBody>
      </p:sp>
      <p:sp>
        <p:nvSpPr>
          <p:cNvPr id="69"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b="0" lang="en-US" sz="1400" spc="-1" strike="noStrike">
                <a:solidFill>
                  <a:srgbClr val="000000"/>
                </a:solidFill>
                <a:latin typeface="Times New Roman"/>
              </a:rPr>
              <a:t>&lt;header&gt;</a:t>
            </a:r>
            <a:endParaRPr b="0" lang="en-US" sz="1400" spc="-1" strike="noStrike">
              <a:solidFill>
                <a:srgbClr val="000000"/>
              </a:solidFill>
              <a:latin typeface="Times New Roman"/>
            </a:endParaRPr>
          </a:p>
        </p:txBody>
      </p:sp>
      <p:sp>
        <p:nvSpPr>
          <p:cNvPr id="70" name="PlaceHolder 4"/>
          <p:cNvSpPr>
            <a:spLocks noGrp="1"/>
          </p:cNvSpPr>
          <p:nvPr>
            <p:ph type="dt" idx="34"/>
          </p:nvPr>
        </p:nvSpPr>
        <p:spPr>
          <a:xfrm>
            <a:off x="4399200" y="0"/>
            <a:ext cx="3372840" cy="502560"/>
          </a:xfrm>
          <a:prstGeom prst="rect">
            <a:avLst/>
          </a:prstGeom>
          <a:noFill/>
          <a:ln w="0">
            <a:noFill/>
          </a:ln>
        </p:spPr>
        <p:txBody>
          <a:bodyPr lIns="0" rIns="0" tIns="0" bIns="0" anchor="t">
            <a:noAutofit/>
          </a:bodyPr>
          <a:lstStyle>
            <a:lvl1pPr indent="0" algn="r">
              <a:buNone/>
              <a:defRPr b="0" lang="en-US" sz="1400" spc="-1" strike="noStrike">
                <a:solidFill>
                  <a:srgbClr val="000000"/>
                </a:solidFill>
                <a:latin typeface="Times New Roman"/>
              </a:defRPr>
            </a:lvl1pPr>
          </a:lstStyle>
          <a:p>
            <a:pPr indent="0" algn="r">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1" name="PlaceHolder 5"/>
          <p:cNvSpPr>
            <a:spLocks noGrp="1"/>
          </p:cNvSpPr>
          <p:nvPr>
            <p:ph type="ftr" idx="35"/>
          </p:nvPr>
        </p:nvSpPr>
        <p:spPr>
          <a:xfrm>
            <a:off x="0" y="9555480"/>
            <a:ext cx="3372840" cy="502560"/>
          </a:xfrm>
          <a:prstGeom prst="rect">
            <a:avLst/>
          </a:prstGeom>
          <a:noFill/>
          <a:ln w="0">
            <a:noFill/>
          </a:ln>
        </p:spPr>
        <p:txBody>
          <a:bodyPr lIns="0" rIns="0" tIns="0" bIns="0" anchor="b">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2" name="PlaceHolder 6"/>
          <p:cNvSpPr>
            <a:spLocks noGrp="1"/>
          </p:cNvSpPr>
          <p:nvPr>
            <p:ph type="sldNum" idx="36"/>
          </p:nvPr>
        </p:nvSpPr>
        <p:spPr>
          <a:xfrm>
            <a:off x="4399200" y="9555480"/>
            <a:ext cx="3372840" cy="502560"/>
          </a:xfrm>
          <a:prstGeom prst="rect">
            <a:avLst/>
          </a:prstGeom>
          <a:noFill/>
          <a:ln w="0">
            <a:noFill/>
          </a:ln>
        </p:spPr>
        <p:txBody>
          <a:bodyPr lIns="0" rIns="0" tIns="0" bIns="0" anchor="b">
            <a:noAutofit/>
          </a:bodyPr>
          <a:lstStyle>
            <a:lvl1pPr indent="0" algn="r">
              <a:buNone/>
              <a:defRPr b="0" lang="en-US" sz="1400" spc="-1" strike="noStrike">
                <a:solidFill>
                  <a:srgbClr val="000000"/>
                </a:solidFill>
                <a:latin typeface="Times New Roman"/>
              </a:defRPr>
            </a:lvl1pPr>
          </a:lstStyle>
          <a:p>
            <a:pPr indent="0" algn="r">
              <a:buNone/>
            </a:pPr>
            <a:fld id="{127A57BE-AA54-457F-AD48-9E68D0C3857A}" type="slidenum">
              <a:rPr b="0" lang="en-US" sz="1400" spc="-1" strike="noStrike">
                <a:solidFill>
                  <a:srgbClr val="000000"/>
                </a:solidFill>
                <a:latin typeface="Times New Roman"/>
              </a:rPr>
              <a:t>&lt;number&gt;</a:t>
            </a:fld>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2.xml.rels><?xml version="1.0" encoding="UTF-8"?>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
</Relationships>
</file>

<file path=ppt/notesSlides/_rels/notesSlide3.xml.rels><?xml version="1.0" encoding="UTF-8"?>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
</Relationships>
</file>

<file path=ppt/notesSlides/_rels/notesSlide4.xml.rels><?xml version="1.0" encoding="UTF-8"?>
<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
</Relationships>
</file>

<file path=ppt/notesSlides/_rels/notesSlide5.xml.rels><?xml version="1.0" encoding="UTF-8"?>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
</Relationships>
</file>

<file path=ppt/notesSlides/_rels/notesSlide6.xml.rels><?xml version="1.0" encoding="UTF-8"?>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
</Relationships>
</file>

<file path=ppt/notesSlides/_rels/notesSlide7.xml.rels><?xml version="1.0" encoding="UTF-8"?>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
</Relationships>
</file>

<file path=ppt/notesSlides/_rels/notesSlide8.xml.rels><?xml version="1.0" encoding="UTF-8"?>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
</Relationships>
</file>

<file path=ppt/notesSlides/_rels/notesSlide9.xml.rels><?xml version="1.0" encoding="UTF-8"?>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_rels/notesSlide11.xml.rels><?xml version="1.0" encoding="UTF-8"?>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
</Relationships>
</file>

<file path=ppt/notesSlides/_rels/notesSlide12.xml.rels><?xml version="1.0" encoding="UTF-8"?>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
</Relationships>
</file>

<file path=ppt/notesSlides/_rels/notesSlide13.xml.rels><?xml version="1.0" encoding="UTF-8"?>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1" name="PlaceHolder 1"/>
          <p:cNvSpPr>
            <a:spLocks noGrp="1"/>
          </p:cNvSpPr>
          <p:nvPr>
            <p:ph type="sldImg"/>
          </p:nvPr>
        </p:nvSpPr>
        <p:spPr>
          <a:xfrm>
            <a:off x="1143000" y="685800"/>
            <a:ext cx="4571640" cy="3428640"/>
          </a:xfrm>
          <a:prstGeom prst="rect">
            <a:avLst/>
          </a:prstGeom>
          <a:ln w="0">
            <a:noFill/>
          </a:ln>
        </p:spPr>
      </p:sp>
      <p:sp>
        <p:nvSpPr>
          <p:cNvPr id="26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Magandang araw po. Kami ang Project FALCON Research Group from Fullbright College. FALCON is an affordable, solar-powered smart coastal buoy for localized wave monitoring. Today we will present the problem, our proposed solution, our current software progress, and the support needed to build and validate the physical prototype.</a:t>
            </a:r>
            <a:endParaRPr b="0" lang="en-US" sz="2000" spc="-1" strike="noStrike">
              <a:solidFill>
                <a:srgbClr val="000000"/>
              </a:solidFill>
              <a:latin typeface="Arial"/>
            </a:endParaRPr>
          </a:p>
        </p:txBody>
      </p:sp>
      <p:sp>
        <p:nvSpPr>
          <p:cNvPr id="263" name="PlaceHolder 3"/>
          <p:cNvSpPr>
            <a:spLocks noGrp="1"/>
          </p:cNvSpPr>
          <p:nvPr>
            <p:ph type="sldNum" idx="3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6AD27FC-2E0C-4A7B-B376-3282C82CE5B8}"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4" name="PlaceHolder 1"/>
          <p:cNvSpPr>
            <a:spLocks noGrp="1"/>
          </p:cNvSpPr>
          <p:nvPr>
            <p:ph type="sldImg"/>
          </p:nvPr>
        </p:nvSpPr>
        <p:spPr>
          <a:xfrm>
            <a:off x="1143000" y="685800"/>
            <a:ext cx="4571640" cy="3428640"/>
          </a:xfrm>
          <a:prstGeom prst="rect">
            <a:avLst/>
          </a:prstGeom>
          <a:ln w="0">
            <a:noFill/>
          </a:ln>
        </p:spPr>
      </p:sp>
      <p:sp>
        <p:nvSpPr>
          <p:cNvPr id="26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The problem is not the absence of official forecasts. The gap we target is affordable, location-specific observation for one defined pilot site. Near-shore conditions can differ from a wider forecast area, while power, connectivity, maintenance, and displacement make continuous monitoring difficult.</a:t>
            </a:r>
            <a:endParaRPr b="0" lang="en-US" sz="2000" spc="-1" strike="noStrike">
              <a:solidFill>
                <a:srgbClr val="000000"/>
              </a:solidFill>
              <a:latin typeface="Arial"/>
            </a:endParaRPr>
          </a:p>
        </p:txBody>
      </p:sp>
      <p:sp>
        <p:nvSpPr>
          <p:cNvPr id="266" name="PlaceHolder 3"/>
          <p:cNvSpPr>
            <a:spLocks noGrp="1"/>
          </p:cNvSpPr>
          <p:nvPr>
            <p:ph type="sldNum" idx="3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D700BD8-B4D8-4898-8E63-AC438FED08C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67" name="PlaceHolder 1"/>
          <p:cNvSpPr>
            <a:spLocks noGrp="1"/>
          </p:cNvSpPr>
          <p:nvPr>
            <p:ph type="sldImg"/>
          </p:nvPr>
        </p:nvSpPr>
        <p:spPr>
          <a:xfrm>
            <a:off x="1143000" y="685800"/>
            <a:ext cx="4571640" cy="3428640"/>
          </a:xfrm>
          <a:prstGeom prst="rect">
            <a:avLst/>
          </a:prstGeom>
          <a:ln w="0">
            <a:noFill/>
          </a:ln>
        </p:spPr>
      </p:sp>
      <p:sp>
        <p:nvSpPr>
          <p:cNvPr id="26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The buoy uses sensors to measure the environment and its own health. The ESP32 is the sensor reader. The Orange Pi is the onboard computer for storage, processing, API services, dashboard, and future validated model inference. Solar and battery power support local operation, while buffering protects data when connectivity is intermittent.</a:t>
            </a:r>
            <a:endParaRPr b="0" lang="en-US" sz="2000" spc="-1" strike="noStrike">
              <a:solidFill>
                <a:srgbClr val="000000"/>
              </a:solidFill>
              <a:latin typeface="Arial"/>
            </a:endParaRPr>
          </a:p>
        </p:txBody>
      </p:sp>
      <p:sp>
        <p:nvSpPr>
          <p:cNvPr id="269" name="PlaceHolder 3"/>
          <p:cNvSpPr>
            <a:spLocks noGrp="1"/>
          </p:cNvSpPr>
          <p:nvPr>
            <p:ph type="sldNum" idx="3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82F762F6-C93D-4239-B204-45E89B636C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4.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0" name="PlaceHolder 1"/>
          <p:cNvSpPr>
            <a:spLocks noGrp="1"/>
          </p:cNvSpPr>
          <p:nvPr>
            <p:ph type="sldImg"/>
          </p:nvPr>
        </p:nvSpPr>
        <p:spPr>
          <a:xfrm>
            <a:off x="1143000" y="685800"/>
            <a:ext cx="4571640" cy="3428640"/>
          </a:xfrm>
          <a:prstGeom prst="rect">
            <a:avLst/>
          </a:prstGeom>
          <a:ln w="0">
            <a:noFill/>
          </a:ln>
        </p:spPr>
      </p:sp>
      <p:sp>
        <p:nvSpPr>
          <p:cNvPr id="271"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This corrected view focuses only on the above-water assembly. Level one contains the wind sensor, GPS, and antennas. Level two covers the solar panels, cross-braced tower, and protected cable routing. Level three identifies the dry upper electronics pod containing the Orange Pi, ESP32, storage, interface boards, and power monitors, with the BNO085 fixed to the rigid central structure. Level four identifies the cylindrical main float, top-cap service access, waterline, and freeboard. No pointed underwater section is shown. Final sensor heights still require clearance, electromagnetic-interference, wind-load, ingress, and field review.</a:t>
            </a:r>
            <a:endParaRPr b="0" lang="en-US" sz="2000" spc="-1" strike="noStrike">
              <a:solidFill>
                <a:srgbClr val="000000"/>
              </a:solidFill>
              <a:latin typeface="Arial"/>
            </a:endParaRPr>
          </a:p>
        </p:txBody>
      </p:sp>
      <p:sp>
        <p:nvSpPr>
          <p:cNvPr id="272" name="PlaceHolder 3"/>
          <p:cNvSpPr>
            <a:spLocks noGrp="1"/>
          </p:cNvSpPr>
          <p:nvPr>
            <p:ph type="sldNum" idx="40"/>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C36469F-6FA6-4C6B-BC8C-47277EB3671B}"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5.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3" name="PlaceHolder 1"/>
          <p:cNvSpPr>
            <a:spLocks noGrp="1"/>
          </p:cNvSpPr>
          <p:nvPr>
            <p:ph type="sldImg"/>
          </p:nvPr>
        </p:nvSpPr>
        <p:spPr>
          <a:xfrm>
            <a:off x="1143000" y="685800"/>
            <a:ext cx="4571640" cy="3428640"/>
          </a:xfrm>
          <a:prstGeom prst="rect">
            <a:avLst/>
          </a:prstGeom>
          <a:ln w="0">
            <a:noFill/>
          </a:ln>
        </p:spPr>
      </p:sp>
      <p:sp>
        <p:nvSpPr>
          <p:cNvPr id="274"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This is the electronics overview. BNO085 measures motion, Bar02 measures water pressure, GPS provides position, INA260 boards monitor battery and solar, MCP9808 monitors temperature, and ADS1115 supports the wind-direction input. The ESP32 sends telemetry to the Orange Pi. The lower section shows the proposed protected solar-to-battery power chain. This is a visual guide, not the final installation drawing.</a:t>
            </a:r>
            <a:endParaRPr b="0" lang="en-US" sz="2000" spc="-1" strike="noStrike">
              <a:solidFill>
                <a:srgbClr val="000000"/>
              </a:solidFill>
              <a:latin typeface="Arial"/>
            </a:endParaRPr>
          </a:p>
        </p:txBody>
      </p:sp>
      <p:sp>
        <p:nvSpPr>
          <p:cNvPr id="275" name="PlaceHolder 3"/>
          <p:cNvSpPr>
            <a:spLocks noGrp="1"/>
          </p:cNvSpPr>
          <p:nvPr>
            <p:ph type="sldNum" idx="41"/>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5982E0D0-BFA4-4519-81F1-9D868F803044}"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6.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6" name="PlaceHolder 1"/>
          <p:cNvSpPr>
            <a:spLocks noGrp="1"/>
          </p:cNvSpPr>
          <p:nvPr>
            <p:ph type="sldImg"/>
          </p:nvPr>
        </p:nvSpPr>
        <p:spPr>
          <a:xfrm>
            <a:off x="1143000" y="685800"/>
            <a:ext cx="4571640" cy="3428640"/>
          </a:xfrm>
          <a:prstGeom prst="rect">
            <a:avLst/>
          </a:prstGeom>
          <a:ln w="0">
            <a:noFill/>
          </a:ln>
        </p:spPr>
      </p:sp>
      <p:sp>
        <p:nvSpPr>
          <p:cNvPr id="277"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The upper box is the serviceable electronics pod. A removable tray separates the Orange Pi edge-computing zone from the ESP32 sensor-control zone. Terminal blocks organize the 3.3-volt, regulated 5-volt, and common-ground buses. Every cable enters through an identified gland and is labeled at both ends. Signal wiring is routed away from power switching. Battery power must be isolated before maintenance. Final placement still requires thermal, electromagnetic-compatibility, ingress, and serviceability testing.</a:t>
            </a:r>
            <a:endParaRPr b="0" lang="en-US" sz="2000" spc="-1" strike="noStrike">
              <a:solidFill>
                <a:srgbClr val="000000"/>
              </a:solidFill>
              <a:latin typeface="Arial"/>
            </a:endParaRPr>
          </a:p>
        </p:txBody>
      </p:sp>
      <p:sp>
        <p:nvSpPr>
          <p:cNvPr id="278" name="PlaceHolder 3"/>
          <p:cNvSpPr>
            <a:spLocks noGrp="1"/>
          </p:cNvSpPr>
          <p:nvPr>
            <p:ph type="sldNum" idx="42"/>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2F1CB8E-28A8-41DA-A23E-846C3406C88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7.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79" name="PlaceHolder 1"/>
          <p:cNvSpPr>
            <a:spLocks noGrp="1"/>
          </p:cNvSpPr>
          <p:nvPr>
            <p:ph type="sldImg"/>
          </p:nvPr>
        </p:nvSpPr>
        <p:spPr>
          <a:xfrm>
            <a:off x="1143000" y="685800"/>
            <a:ext cx="4571640" cy="3428640"/>
          </a:xfrm>
          <a:prstGeom prst="rect">
            <a:avLst/>
          </a:prstGeom>
          <a:ln w="0">
            <a:noFill/>
          </a:ln>
        </p:spPr>
      </p:sp>
      <p:sp>
        <p:nvSpPr>
          <p:cNvPr id="280"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First, the sensors collect measurements. The ESP32 reads, checks, and packages the values as telemetry. USB or UART carries the data to the Orange Pi, which manages local storage, signal processing, APIs, alerts, and future model inference. The dashboard then presents current readings, history, alerts, and evidence. Core monitoring remains local, so constant cloud access is not required.</a:t>
            </a:r>
            <a:endParaRPr b="0" lang="en-US" sz="2000" spc="-1" strike="noStrike">
              <a:solidFill>
                <a:srgbClr val="000000"/>
              </a:solidFill>
              <a:latin typeface="Arial"/>
            </a:endParaRPr>
          </a:p>
        </p:txBody>
      </p:sp>
      <p:sp>
        <p:nvSpPr>
          <p:cNvPr id="281" name="PlaceHolder 3"/>
          <p:cNvSpPr>
            <a:spLocks noGrp="1"/>
          </p:cNvSpPr>
          <p:nvPr>
            <p:ph type="sldNum" idx="43"/>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F6E07551-5151-4F8D-A316-5D66B4706E7C}"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8.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2" name="PlaceHolder 1"/>
          <p:cNvSpPr>
            <a:spLocks noGrp="1"/>
          </p:cNvSpPr>
          <p:nvPr>
            <p:ph type="sldImg"/>
          </p:nvPr>
        </p:nvSpPr>
        <p:spPr>
          <a:xfrm>
            <a:off x="1143000" y="685800"/>
            <a:ext cx="4571640" cy="3428640"/>
          </a:xfrm>
          <a:prstGeom prst="rect">
            <a:avLst/>
          </a:prstGeom>
          <a:ln w="0">
            <a:noFill/>
          </a:ln>
        </p:spPr>
      </p:sp>
      <p:sp>
        <p:nvSpPr>
          <p:cNvPr id="283"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FALCON is more than a drawing: we have a working dashboard, simulator, firmware foundation, telemetry contract, edge service, local database, alerts, wiring plan, BOM, and test documents. We are also transparent that the displayed data are simulated. Physical integration, calibration, field-trained AI, and marine deployment validation still require funded development.</a:t>
            </a:r>
            <a:endParaRPr b="0" lang="en-US" sz="2000" spc="-1" strike="noStrike">
              <a:solidFill>
                <a:srgbClr val="000000"/>
              </a:solidFill>
              <a:latin typeface="Arial"/>
            </a:endParaRPr>
          </a:p>
        </p:txBody>
      </p:sp>
      <p:sp>
        <p:nvSpPr>
          <p:cNvPr id="284" name="PlaceHolder 3"/>
          <p:cNvSpPr>
            <a:spLocks noGrp="1"/>
          </p:cNvSpPr>
          <p:nvPr>
            <p:ph type="sldNum" idx="44"/>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AF64A04-0D84-43AE-A88C-2EC08A1BCB5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9.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5" name="PlaceHolder 1"/>
          <p:cNvSpPr>
            <a:spLocks noGrp="1"/>
          </p:cNvSpPr>
          <p:nvPr>
            <p:ph type="sldImg"/>
          </p:nvPr>
        </p:nvSpPr>
        <p:spPr>
          <a:xfrm>
            <a:off x="1143000" y="685800"/>
            <a:ext cx="4571640" cy="3428640"/>
          </a:xfrm>
          <a:prstGeom prst="rect">
            <a:avLst/>
          </a:prstGeom>
          <a:ln w="0">
            <a:noFill/>
          </a:ln>
        </p:spPr>
      </p:sp>
      <p:sp>
        <p:nvSpPr>
          <p:cNvPr id="286"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Our contribution is not a claim that each component is new. The innovation is the practical, reproducible, and validated integration of sensing, edge computing, energy, prediction, and protection for a defined local use case. We also distinguish measured, simulated, estimated, and predicted values to avoid misleading users.</a:t>
            </a:r>
            <a:endParaRPr b="0" lang="en-US" sz="2000" spc="-1" strike="noStrike">
              <a:solidFill>
                <a:srgbClr val="000000"/>
              </a:solidFill>
              <a:latin typeface="Arial"/>
            </a:endParaRPr>
          </a:p>
        </p:txBody>
      </p:sp>
      <p:sp>
        <p:nvSpPr>
          <p:cNvPr id="287" name="PlaceHolder 3"/>
          <p:cNvSpPr>
            <a:spLocks noGrp="1"/>
          </p:cNvSpPr>
          <p:nvPr>
            <p:ph type="sldNum" idx="45"/>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275D2910-C4C9-41FE-B020-6AF8C4970970}"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88" name="PlaceHolder 1"/>
          <p:cNvSpPr>
            <a:spLocks noGrp="1"/>
          </p:cNvSpPr>
          <p:nvPr>
            <p:ph type="sldImg"/>
          </p:nvPr>
        </p:nvSpPr>
        <p:spPr>
          <a:xfrm>
            <a:off x="1143000" y="685800"/>
            <a:ext cx="4571640" cy="3428640"/>
          </a:xfrm>
          <a:prstGeom prst="rect">
            <a:avLst/>
          </a:prstGeom>
          <a:ln w="0">
            <a:noFill/>
          </a:ln>
        </p:spPr>
      </p:sp>
      <p:sp>
        <p:nvSpPr>
          <p:cNvPr id="289"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Potential users include coastal LGUs, fisherfolk, schools, researchers, ports, tourism operators, and environmental organizations. We will not claim that one prototype serves everyone. Before deployment, we will confirm one primary beneficiary, one Palawan site, and one realistic information need.</a:t>
            </a:r>
            <a:endParaRPr b="0" lang="en-US" sz="2000" spc="-1" strike="noStrike">
              <a:solidFill>
                <a:srgbClr val="000000"/>
              </a:solidFill>
              <a:latin typeface="Arial"/>
            </a:endParaRPr>
          </a:p>
        </p:txBody>
      </p:sp>
      <p:sp>
        <p:nvSpPr>
          <p:cNvPr id="290" name="PlaceHolder 3"/>
          <p:cNvSpPr>
            <a:spLocks noGrp="1"/>
          </p:cNvSpPr>
          <p:nvPr>
            <p:ph type="sldNum" idx="46"/>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60F0B584-FA9F-4862-B43C-FDAAC25ED31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1" name="PlaceHolder 1"/>
          <p:cNvSpPr>
            <a:spLocks noGrp="1"/>
          </p:cNvSpPr>
          <p:nvPr>
            <p:ph type="sldImg"/>
          </p:nvPr>
        </p:nvSpPr>
        <p:spPr>
          <a:xfrm>
            <a:off x="1143000" y="685800"/>
            <a:ext cx="4571640" cy="3428640"/>
          </a:xfrm>
          <a:prstGeom prst="rect">
            <a:avLst/>
          </a:prstGeom>
          <a:ln w="0">
            <a:noFill/>
          </a:ln>
        </p:spPr>
      </p:sp>
      <p:sp>
        <p:nvSpPr>
          <p:cNvPr id="292"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Development follows a safe sequence: finalize design and procurement, integrate electronics, fabricate and seal the buoy, calibrate in controlled tests, conduct a supervised coastal pilot, train and compare the model with a baseline, then report the results. The estimate is eight to twelve months, subject to procurement, weather, permits, and data requirements.</a:t>
            </a:r>
            <a:endParaRPr b="0" lang="en-US" sz="2000" spc="-1" strike="noStrike">
              <a:solidFill>
                <a:srgbClr val="000000"/>
              </a:solidFill>
              <a:latin typeface="Arial"/>
            </a:endParaRPr>
          </a:p>
        </p:txBody>
      </p:sp>
      <p:sp>
        <p:nvSpPr>
          <p:cNvPr id="293" name="PlaceHolder 3"/>
          <p:cNvSpPr>
            <a:spLocks noGrp="1"/>
          </p:cNvSpPr>
          <p:nvPr>
            <p:ph type="sldNum" idx="47"/>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B1749570-B17F-49C0-B651-84EE74C25B5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2.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4" name="PlaceHolder 1"/>
          <p:cNvSpPr>
            <a:spLocks noGrp="1"/>
          </p:cNvSpPr>
          <p:nvPr>
            <p:ph type="sldImg"/>
          </p:nvPr>
        </p:nvSpPr>
        <p:spPr>
          <a:xfrm>
            <a:off x="1143000" y="685800"/>
            <a:ext cx="4571640" cy="3428640"/>
          </a:xfrm>
          <a:prstGeom prst="rect">
            <a:avLst/>
          </a:prstGeom>
          <a:ln w="0">
            <a:noFill/>
          </a:ln>
        </p:spPr>
      </p:sp>
      <p:sp>
        <p:nvSpPr>
          <p:cNvPr id="295"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The preliminary request is seventy-two thousand to one hundred twenty-seven thousand pesos. It covers electronics, edge computing, solar and battery power, marine structure, mooring, safety, calibration, field work, spares, transport, and contingency. This is a planning range and must be replaced by current supplier quotations before procurement.</a:t>
            </a:r>
            <a:endParaRPr b="0" lang="en-US" sz="2000" spc="-1" strike="noStrike">
              <a:solidFill>
                <a:srgbClr val="000000"/>
              </a:solidFill>
              <a:latin typeface="Arial"/>
            </a:endParaRPr>
          </a:p>
        </p:txBody>
      </p:sp>
      <p:sp>
        <p:nvSpPr>
          <p:cNvPr id="296" name="PlaceHolder 3"/>
          <p:cNvSpPr>
            <a:spLocks noGrp="1"/>
          </p:cNvSpPr>
          <p:nvPr>
            <p:ph type="sldNum" idx="48"/>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341E7AEC-4780-42D4-8EE2-2C32B474EF82}"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notesSlides/notesSlide13.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297" name="PlaceHolder 1"/>
          <p:cNvSpPr>
            <a:spLocks noGrp="1"/>
          </p:cNvSpPr>
          <p:nvPr>
            <p:ph type="sldImg"/>
          </p:nvPr>
        </p:nvSpPr>
        <p:spPr>
          <a:xfrm>
            <a:off x="1143000" y="685800"/>
            <a:ext cx="4571640" cy="3428640"/>
          </a:xfrm>
          <a:prstGeom prst="rect">
            <a:avLst/>
          </a:prstGeom>
          <a:ln w="0">
            <a:noFill/>
          </a:ln>
        </p:spPr>
      </p:sp>
      <p:sp>
        <p:nvSpPr>
          <p:cNvPr id="298" name="PlaceHolder 2"/>
          <p:cNvSpPr>
            <a:spLocks noGrp="1"/>
          </p:cNvSpPr>
          <p:nvPr>
            <p:ph type="body"/>
          </p:nvPr>
        </p:nvSpPr>
        <p:spPr>
          <a:xfrm>
            <a:off x="685800" y="4343400"/>
            <a:ext cx="5486040" cy="4114440"/>
          </a:xfrm>
          <a:prstGeom prst="rect">
            <a:avLst/>
          </a:prstGeom>
          <a:noFill/>
          <a:ln w="0">
            <a:noFill/>
          </a:ln>
        </p:spPr>
        <p:txBody>
          <a:bodyPr lIns="91440" rIns="91440" tIns="45720" bIns="45720" anchor="t">
            <a:noAutofit/>
          </a:bodyPr>
          <a:p>
            <a:pPr marL="216000" indent="0">
              <a:lnSpc>
                <a:spcPct val="100000"/>
              </a:lnSpc>
              <a:buNone/>
            </a:pPr>
            <a:r>
              <a:rPr b="0" lang="en-US" sz="2000" spc="-1" strike="noStrike">
                <a:solidFill>
                  <a:srgbClr val="000000"/>
                </a:solidFill>
                <a:latin typeface="Arial"/>
              </a:rPr>
              <a:t>At the end of funded development, we aim to deliver one integrated and documented prototype, calibrated sensors and power, local dashboard and archive, supervised coastal-test results, baseline-versus-model evaluation, and technical reports. We request support for procurement, fabrication, calibration access, field testing, and mentorship. We are asking for the opportunity to generate evidence—not acceptance of an untested forecast. Thank you.</a:t>
            </a:r>
            <a:endParaRPr b="0" lang="en-US" sz="2000" spc="-1" strike="noStrike">
              <a:solidFill>
                <a:srgbClr val="000000"/>
              </a:solidFill>
              <a:latin typeface="Arial"/>
            </a:endParaRPr>
          </a:p>
        </p:txBody>
      </p:sp>
      <p:sp>
        <p:nvSpPr>
          <p:cNvPr id="299" name="PlaceHolder 3"/>
          <p:cNvSpPr>
            <a:spLocks noGrp="1"/>
          </p:cNvSpPr>
          <p:nvPr>
            <p:ph type="sldNum" idx="49"/>
          </p:nvPr>
        </p:nvSpPr>
        <p:spPr>
          <a:xfrm>
            <a:off x="3884760" y="8685360"/>
            <a:ext cx="2971440" cy="456840"/>
          </a:xfrm>
          <a:prstGeom prst="rect">
            <a:avLst/>
          </a:prstGeom>
          <a:noFill/>
          <a:ln w="0">
            <a:noFill/>
          </a:ln>
        </p:spPr>
        <p:txBody>
          <a:bodyPr lIns="91440" rIns="91440" tIns="45720" bIns="45720" anchor="b">
            <a:noAutofit/>
          </a:bodyPr>
          <a:lstStyle>
            <a:lvl1pPr indent="0" algn="r">
              <a:lnSpc>
                <a:spcPct val="100000"/>
              </a:lnSpc>
              <a:buNone/>
              <a:defRPr b="0" lang="en-US" sz="1200" spc="-1" strike="noStrike">
                <a:solidFill>
                  <a:srgbClr val="000000"/>
                </a:solidFill>
                <a:latin typeface="Times New Roman"/>
              </a:defRPr>
            </a:lvl1pPr>
          </a:lstStyle>
          <a:p>
            <a:pPr indent="0" algn="r">
              <a:lnSpc>
                <a:spcPct val="100000"/>
              </a:lnSpc>
              <a:buNone/>
            </a:pPr>
            <a:fld id="{AD75F06D-DD66-4E07-83DB-3E29BDEDFE36}" type="slidenum">
              <a:rPr b="0" lang="en-US" sz="1200" spc="-1" strike="noStrike">
                <a:solidFill>
                  <a:srgbClr val="000000"/>
                </a:solidFill>
                <a:latin typeface="Times New Roman"/>
              </a:rPr>
              <a:t>&lt;number&gt;</a:t>
            </a:fld>
            <a:endParaRPr b="0" lang="en-US" sz="1200" spc="-1" strike="noStrike">
              <a:solidFill>
                <a:srgbClr val="000000"/>
              </a:solidFill>
              <a:latin typeface="Times New Roman"/>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le Slide">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5" name="PlaceHolder 2"/>
          <p:cNvSpPr>
            <a:spLocks noGrp="1"/>
          </p:cNvSpPr>
          <p:nvPr>
            <p:ph type="subTitle"/>
          </p:nvPr>
        </p:nvSpPr>
        <p:spPr>
          <a:xfrm>
            <a:off x="609480" y="1604520"/>
            <a:ext cx="1097208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
          </p:nvPr>
        </p:nvSpPr>
        <p:spPr/>
        <p:txBody>
          <a:bodyPr/>
          <a:p>
            <a:r>
              <a:t>Footer</a:t>
            </a:r>
          </a:p>
        </p:txBody>
      </p:sp>
      <p:sp>
        <p:nvSpPr>
          <p:cNvPr id="5" name="PlaceHolder 4"/>
          <p:cNvSpPr>
            <a:spLocks noGrp="1"/>
          </p:cNvSpPr>
          <p:nvPr>
            <p:ph type="sldNum" idx="3"/>
          </p:nvPr>
        </p:nvSpPr>
        <p:spPr/>
        <p:txBody>
          <a:bodyPr/>
          <a:p>
            <a:fld id="{1385DFB8-05F9-4F2C-BCD6-1DF092FAFA96}" type="slidenum">
              <a:t>&lt;#&gt;</a:t>
            </a:fld>
          </a:p>
        </p:txBody>
      </p:sp>
      <p:sp>
        <p:nvSpPr>
          <p:cNvPr id="6" name="PlaceHolder 5"/>
          <p:cNvSpPr>
            <a:spLocks noGrp="1"/>
          </p:cNvSpPr>
          <p:nvPr>
            <p:ph type="dt" idx="1"/>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 name="PlaceHolder 1"/>
          <p:cNvSpPr>
            <a:spLocks noGrp="1"/>
          </p:cNvSpPr>
          <p:nvPr>
            <p:ph type="ftr" idx="5"/>
          </p:nvPr>
        </p:nvSpPr>
        <p:spPr/>
        <p:txBody>
          <a:bodyPr/>
          <a:p>
            <a:r>
              <a:t>Footer</a:t>
            </a:r>
          </a:p>
        </p:txBody>
      </p:sp>
      <p:sp>
        <p:nvSpPr>
          <p:cNvPr id="3" name="PlaceHolder 2"/>
          <p:cNvSpPr>
            <a:spLocks noGrp="1"/>
          </p:cNvSpPr>
          <p:nvPr>
            <p:ph type="sldNum" idx="6"/>
          </p:nvPr>
        </p:nvSpPr>
        <p:spPr/>
        <p:txBody>
          <a:bodyPr/>
          <a:p>
            <a:fld id="{96067253-459C-4C73-8CEC-83FEF0806B1C}" type="slidenum">
              <a:t>&lt;#&gt;</a:t>
            </a:fld>
          </a:p>
        </p:txBody>
      </p:sp>
      <p:sp>
        <p:nvSpPr>
          <p:cNvPr id="4" name="PlaceHolder 3"/>
          <p:cNvSpPr>
            <a:spLocks noGrp="1"/>
          </p:cNvSpPr>
          <p:nvPr>
            <p:ph type="dt" idx="4"/>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 name="PlaceHolder 1"/>
          <p:cNvSpPr>
            <a:spLocks noGrp="1"/>
          </p:cNvSpPr>
          <p:nvPr>
            <p:ph type="ftr" idx="8"/>
          </p:nvPr>
        </p:nvSpPr>
        <p:spPr/>
        <p:txBody>
          <a:bodyPr/>
          <a:p>
            <a:r>
              <a:t>Footer</a:t>
            </a:r>
          </a:p>
        </p:txBody>
      </p:sp>
      <p:sp>
        <p:nvSpPr>
          <p:cNvPr id="3" name="PlaceHolder 2"/>
          <p:cNvSpPr>
            <a:spLocks noGrp="1"/>
          </p:cNvSpPr>
          <p:nvPr>
            <p:ph type="sldNum" idx="9"/>
          </p:nvPr>
        </p:nvSpPr>
        <p:spPr/>
        <p:txBody>
          <a:bodyPr/>
          <a:p>
            <a:fld id="{1159B4EB-0564-4F92-A07C-F5D7F99E892C}" type="slidenum">
              <a:t>&lt;#&gt;</a:t>
            </a:fld>
          </a:p>
        </p:txBody>
      </p:sp>
      <p:sp>
        <p:nvSpPr>
          <p:cNvPr id="4" name="PlaceHolder 3"/>
          <p:cNvSpPr>
            <a:spLocks noGrp="1"/>
          </p:cNvSpPr>
          <p:nvPr>
            <p:ph type="dt" idx="7"/>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and Content">
    <p:spTree>
      <p:nvGrpSpPr>
        <p:cNvPr id="1" name=""/>
        <p:cNvGrpSpPr/>
        <p:nvPr/>
      </p:nvGrpSpPr>
      <p:grpSpPr>
        <a:xfrm>
          <a:off x="0" y="0"/>
          <a:ext cx="0" cy="0"/>
          <a:chOff x="0" y="0"/>
          <a:chExt cx="0" cy="0"/>
        </a:xfrm>
      </p:grpSpPr>
      <p:sp>
        <p:nvSpPr>
          <p:cNvPr id="21"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22" name="PlaceHolder 2"/>
          <p:cNvSpPr>
            <a:spLocks noGrp="1"/>
          </p:cNvSpPr>
          <p:nvPr>
            <p:ph/>
          </p:nvPr>
        </p:nvSpPr>
        <p:spPr>
          <a:xfrm>
            <a:off x="609480" y="1604520"/>
            <a:ext cx="109720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4" name="PlaceHolder 3"/>
          <p:cNvSpPr>
            <a:spLocks noGrp="1"/>
          </p:cNvSpPr>
          <p:nvPr>
            <p:ph type="ftr" idx="11"/>
          </p:nvPr>
        </p:nvSpPr>
        <p:spPr/>
        <p:txBody>
          <a:bodyPr/>
          <a:p>
            <a:r>
              <a:t>Footer</a:t>
            </a:r>
          </a:p>
        </p:txBody>
      </p:sp>
      <p:sp>
        <p:nvSpPr>
          <p:cNvPr id="5" name="PlaceHolder 4"/>
          <p:cNvSpPr>
            <a:spLocks noGrp="1"/>
          </p:cNvSpPr>
          <p:nvPr>
            <p:ph type="sldNum" idx="12"/>
          </p:nvPr>
        </p:nvSpPr>
        <p:spPr/>
        <p:txBody>
          <a:bodyPr/>
          <a:p>
            <a:fld id="{1540B0D1-3809-446B-98F8-D55E8203CF1C}" type="slidenum">
              <a:t>&lt;#&gt;</a:t>
            </a:fld>
          </a:p>
        </p:txBody>
      </p:sp>
      <p:sp>
        <p:nvSpPr>
          <p:cNvPr id="6" name="PlaceHolder 5"/>
          <p:cNvSpPr>
            <a:spLocks noGrp="1"/>
          </p:cNvSpPr>
          <p:nvPr>
            <p:ph type="dt" idx="10"/>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14"/>
          </p:nvPr>
        </p:nvSpPr>
        <p:spPr/>
        <p:txBody>
          <a:bodyPr/>
          <a:p>
            <a:r>
              <a:t>Footer</a:t>
            </a:r>
          </a:p>
        </p:txBody>
      </p:sp>
      <p:sp>
        <p:nvSpPr>
          <p:cNvPr id="3" name="PlaceHolder 2"/>
          <p:cNvSpPr>
            <a:spLocks noGrp="1"/>
          </p:cNvSpPr>
          <p:nvPr>
            <p:ph type="sldNum" idx="15"/>
          </p:nvPr>
        </p:nvSpPr>
        <p:spPr/>
        <p:txBody>
          <a:bodyPr/>
          <a:p>
            <a:fld id="{3919FB5A-06CD-4E30-8CF9-A5B767A469D0}" type="slidenum">
              <a:t>&lt;#&gt;</a:t>
            </a:fld>
          </a:p>
        </p:txBody>
      </p:sp>
      <p:sp>
        <p:nvSpPr>
          <p:cNvPr id="4" name="PlaceHolder 3"/>
          <p:cNvSpPr>
            <a:spLocks noGrp="1"/>
          </p:cNvSpPr>
          <p:nvPr>
            <p:ph type="dt" idx="1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5" name="PlaceHolder 2"/>
          <p:cNvSpPr>
            <a:spLocks noGrp="1"/>
          </p:cNvSpPr>
          <p:nvPr>
            <p:ph/>
          </p:nvPr>
        </p:nvSpPr>
        <p:spPr>
          <a:xfrm>
            <a:off x="60948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36" name="PlaceHolder 3"/>
          <p:cNvSpPr>
            <a:spLocks noGrp="1"/>
          </p:cNvSpPr>
          <p:nvPr>
            <p:ph/>
          </p:nvPr>
        </p:nvSpPr>
        <p:spPr>
          <a:xfrm>
            <a:off x="6231960" y="1604520"/>
            <a:ext cx="535428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chemeClr val="dk1"/>
              </a:solidFill>
              <a:latin typeface="Calibri"/>
            </a:endParaRPr>
          </a:p>
        </p:txBody>
      </p:sp>
      <p:sp>
        <p:nvSpPr>
          <p:cNvPr id="5" name="PlaceHolder 4"/>
          <p:cNvSpPr>
            <a:spLocks noGrp="1"/>
          </p:cNvSpPr>
          <p:nvPr>
            <p:ph type="ftr" idx="17"/>
          </p:nvPr>
        </p:nvSpPr>
        <p:spPr/>
        <p:txBody>
          <a:bodyPr/>
          <a:p>
            <a:r>
              <a:t>Footer</a:t>
            </a:r>
          </a:p>
        </p:txBody>
      </p:sp>
      <p:sp>
        <p:nvSpPr>
          <p:cNvPr id="6" name="PlaceHolder 5"/>
          <p:cNvSpPr>
            <a:spLocks noGrp="1"/>
          </p:cNvSpPr>
          <p:nvPr>
            <p:ph type="sldNum" idx="18"/>
          </p:nvPr>
        </p:nvSpPr>
        <p:spPr/>
        <p:txBody>
          <a:bodyPr/>
          <a:p>
            <a:fld id="{0C9E9921-DBA7-48F2-A7F6-CF6C9CA72C70}" type="slidenum">
              <a:t>&lt;#&gt;</a:t>
            </a:fld>
          </a:p>
        </p:txBody>
      </p:sp>
      <p:sp>
        <p:nvSpPr>
          <p:cNvPr id="7" name="PlaceHolder 6"/>
          <p:cNvSpPr>
            <a:spLocks noGrp="1"/>
          </p:cNvSpPr>
          <p:nvPr>
            <p:ph type="dt" idx="16"/>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20"/>
          </p:nvPr>
        </p:nvSpPr>
        <p:spPr/>
        <p:txBody>
          <a:bodyPr/>
          <a:p>
            <a:r>
              <a:t>Footer</a:t>
            </a:r>
          </a:p>
        </p:txBody>
      </p:sp>
      <p:sp>
        <p:nvSpPr>
          <p:cNvPr id="3" name="PlaceHolder 2"/>
          <p:cNvSpPr>
            <a:spLocks noGrp="1"/>
          </p:cNvSpPr>
          <p:nvPr>
            <p:ph type="sldNum" idx="21"/>
          </p:nvPr>
        </p:nvSpPr>
        <p:spPr/>
        <p:txBody>
          <a:bodyPr/>
          <a:p>
            <a:fld id="{ABECE5F0-F5F1-4DF2-8687-DE0A9ADC34B0}" type="slidenum">
              <a:t>&lt;#&gt;</a:t>
            </a:fld>
          </a:p>
        </p:txBody>
      </p:sp>
      <p:sp>
        <p:nvSpPr>
          <p:cNvPr id="4" name="PlaceHolder 3"/>
          <p:cNvSpPr>
            <a:spLocks noGrp="1"/>
          </p:cNvSpPr>
          <p:nvPr>
            <p:ph type="dt" idx="19"/>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9" name="PlaceHolder 1"/>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endParaRPr b="0" lang="en-US" sz="1800" spc="-1" strike="noStrike">
              <a:solidFill>
                <a:schemeClr val="dk1"/>
              </a:solidFill>
              <a:latin typeface="Calibri"/>
            </a:endParaRPr>
          </a:p>
        </p:txBody>
      </p:sp>
      <p:sp>
        <p:nvSpPr>
          <p:cNvPr id="3" name="PlaceHolder 2"/>
          <p:cNvSpPr>
            <a:spLocks noGrp="1"/>
          </p:cNvSpPr>
          <p:nvPr>
            <p:ph type="ftr" idx="23"/>
          </p:nvPr>
        </p:nvSpPr>
        <p:spPr/>
        <p:txBody>
          <a:bodyPr/>
          <a:p>
            <a:r>
              <a:t>Footer</a:t>
            </a:r>
          </a:p>
        </p:txBody>
      </p:sp>
      <p:sp>
        <p:nvSpPr>
          <p:cNvPr id="4" name="PlaceHolder 3"/>
          <p:cNvSpPr>
            <a:spLocks noGrp="1"/>
          </p:cNvSpPr>
          <p:nvPr>
            <p:ph type="sldNum" idx="24"/>
          </p:nvPr>
        </p:nvSpPr>
        <p:spPr/>
        <p:txBody>
          <a:bodyPr/>
          <a:p>
            <a:fld id="{A92686B7-9194-4A1B-9845-DE204CDC3EB5}" type="slidenum">
              <a:t>&lt;#&gt;</a:t>
            </a:fld>
          </a:p>
        </p:txBody>
      </p:sp>
      <p:sp>
        <p:nvSpPr>
          <p:cNvPr id="5" name="PlaceHolder 4"/>
          <p:cNvSpPr>
            <a:spLocks noGrp="1"/>
          </p:cNvSpPr>
          <p:nvPr>
            <p:ph type="dt" idx="22"/>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26"/>
          </p:nvPr>
        </p:nvSpPr>
        <p:spPr/>
        <p:txBody>
          <a:bodyPr/>
          <a:p>
            <a:r>
              <a:t>Footer</a:t>
            </a:r>
          </a:p>
        </p:txBody>
      </p:sp>
      <p:sp>
        <p:nvSpPr>
          <p:cNvPr id="3" name="PlaceHolder 2"/>
          <p:cNvSpPr>
            <a:spLocks noGrp="1"/>
          </p:cNvSpPr>
          <p:nvPr>
            <p:ph type="sldNum" idx="27"/>
          </p:nvPr>
        </p:nvSpPr>
        <p:spPr/>
        <p:txBody>
          <a:bodyPr/>
          <a:p>
            <a:fld id="{87BB2CB2-5B6C-4A0F-AFBB-2B110F082190}" type="slidenum">
              <a:t>&lt;#&gt;</a:t>
            </a:fld>
          </a:p>
        </p:txBody>
      </p:sp>
      <p:sp>
        <p:nvSpPr>
          <p:cNvPr id="4" name="PlaceHolder 3"/>
          <p:cNvSpPr>
            <a:spLocks noGrp="1"/>
          </p:cNvSpPr>
          <p:nvPr>
            <p:ph type="dt" idx="25"/>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29"/>
          </p:nvPr>
        </p:nvSpPr>
        <p:spPr/>
        <p:txBody>
          <a:bodyPr/>
          <a:p>
            <a:r>
              <a:t>Footer</a:t>
            </a:r>
          </a:p>
        </p:txBody>
      </p:sp>
      <p:sp>
        <p:nvSpPr>
          <p:cNvPr id="3" name="PlaceHolder 2"/>
          <p:cNvSpPr>
            <a:spLocks noGrp="1"/>
          </p:cNvSpPr>
          <p:nvPr>
            <p:ph type="sldNum" idx="30"/>
          </p:nvPr>
        </p:nvSpPr>
        <p:spPr/>
        <p:txBody>
          <a:bodyPr/>
          <a:p>
            <a:fld id="{89A0EC87-4DFC-4B96-8CA3-F22BBE53CDA6}" type="slidenum">
              <a:t>&lt;#&gt;</a:t>
            </a:fld>
          </a:p>
        </p:txBody>
      </p:sp>
      <p:sp>
        <p:nvSpPr>
          <p:cNvPr id="4" name="PlaceHolder 3"/>
          <p:cNvSpPr>
            <a:spLocks noGrp="1"/>
          </p:cNvSpPr>
          <p:nvPr>
            <p:ph type="dt" idx="28"/>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2"/>
          </p:nvPr>
        </p:nvSpPr>
        <p:spPr/>
        <p:txBody>
          <a:bodyPr/>
          <a:p>
            <a:r>
              <a:t>Footer</a:t>
            </a:r>
          </a:p>
        </p:txBody>
      </p:sp>
      <p:sp>
        <p:nvSpPr>
          <p:cNvPr id="3" name="PlaceHolder 2"/>
          <p:cNvSpPr>
            <a:spLocks noGrp="1"/>
          </p:cNvSpPr>
          <p:nvPr>
            <p:ph type="sldNum" idx="33"/>
          </p:nvPr>
        </p:nvSpPr>
        <p:spPr/>
        <p:txBody>
          <a:bodyPr/>
          <a:p>
            <a:fld id="{6BD77B87-8E27-4436-A432-3D0E4F3EF5E5}" type="slidenum">
              <a:t>&lt;#&gt;</a:t>
            </a:fld>
          </a:p>
        </p:txBody>
      </p:sp>
      <p:sp>
        <p:nvSpPr>
          <p:cNvPr id="4" name="PlaceHolder 3"/>
          <p:cNvSpPr>
            <a:spLocks noGrp="1"/>
          </p:cNvSpPr>
          <p:nvPr>
            <p:ph type="dt" idx="3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3.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5.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85800" y="2130480"/>
            <a:ext cx="7772040" cy="146952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1" name="PlaceHolder 2"/>
          <p:cNvSpPr>
            <a:spLocks noGrp="1"/>
          </p:cNvSpPr>
          <p:nvPr>
            <p:ph type="dt" idx="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 name="PlaceHolder 3"/>
          <p:cNvSpPr>
            <a:spLocks noGrp="1"/>
          </p:cNvSpPr>
          <p:nvPr>
            <p:ph type="ftr" idx="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 name="PlaceHolder 4"/>
          <p:cNvSpPr>
            <a:spLocks noGrp="1"/>
          </p:cNvSpPr>
          <p:nvPr>
            <p:ph type="sldNum" idx="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AFA3E0C0-CA56-496A-B82D-66C50DD1242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49" r:id="rId2"/>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a:t>
            </a:r>
            <a:r>
              <a:rPr b="0" lang="en-US" sz="4400" spc="-1" strike="noStrike">
                <a:solidFill>
                  <a:schemeClr val="dk1"/>
                </a:solidFill>
                <a:latin typeface="Calibri"/>
              </a:rPr>
              <a:t>Master title style</a:t>
            </a:r>
            <a:endParaRPr b="0" lang="en-US" sz="4400" spc="-1" strike="noStrike">
              <a:solidFill>
                <a:schemeClr val="dk1"/>
              </a:solidFill>
              <a:latin typeface="Calibri"/>
            </a:endParaRPr>
          </a:p>
        </p:txBody>
      </p:sp>
      <p:sp>
        <p:nvSpPr>
          <p:cNvPr id="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8" name="PlaceHolder 3"/>
          <p:cNvSpPr>
            <a:spLocks noGrp="1"/>
          </p:cNvSpPr>
          <p:nvPr>
            <p:ph type="dt" idx="4"/>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9" name="PlaceHolder 4"/>
          <p:cNvSpPr>
            <a:spLocks noGrp="1"/>
          </p:cNvSpPr>
          <p:nvPr>
            <p:ph type="ftr" idx="5"/>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0" name="PlaceHolder 5"/>
          <p:cNvSpPr>
            <a:spLocks noGrp="1"/>
          </p:cNvSpPr>
          <p:nvPr>
            <p:ph type="sldNum" idx="6"/>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7D5E4066-17D7-489E-AAD9-4663C51FD50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1" r:id="rId2"/>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1" name="PlaceHolder 1"/>
          <p:cNvSpPr>
            <a:spLocks noGrp="1"/>
          </p:cNvSpPr>
          <p:nvPr>
            <p:ph type="title"/>
          </p:nvPr>
        </p:nvSpPr>
        <p:spPr>
          <a:xfrm>
            <a:off x="6629400" y="274680"/>
            <a:ext cx="2057040" cy="5851080"/>
          </a:xfrm>
          <a:prstGeom prst="rect">
            <a:avLst/>
          </a:prstGeom>
          <a:noFill/>
          <a:ln w="0">
            <a:noFill/>
          </a:ln>
        </p:spPr>
        <p:txBody>
          <a:bodyPr lIns="91440" rIns="91440" tIns="45720" bIns="45720" anchor="ctr" vert="eaVert">
            <a:noAutofit/>
          </a:bodyPr>
          <a:p>
            <a:pPr indent="0" algn="ctr" defTabSz="457200">
              <a:lnSpc>
                <a:spcPct val="100000"/>
              </a:lnSpc>
              <a:buNone/>
            </a:pPr>
            <a:r>
              <a:rPr b="0" lang="en-US" sz="4400" spc="-1" strike="noStrike">
                <a:solidFill>
                  <a:schemeClr val="dk1"/>
                </a:solidFill>
                <a:latin typeface="Calibri"/>
              </a:rPr>
              <a:t>C</a:t>
            </a:r>
            <a:r>
              <a:rPr b="0" lang="en-US" sz="4400" spc="-1" strike="noStrike">
                <a:solidFill>
                  <a:schemeClr val="dk1"/>
                </a:solidFill>
                <a:latin typeface="Calibri"/>
              </a:rPr>
              <a:t>l</a:t>
            </a:r>
            <a:r>
              <a:rPr b="0" lang="en-US" sz="4400" spc="-1" strike="noStrike">
                <a:solidFill>
                  <a:schemeClr val="dk1"/>
                </a:solidFill>
                <a:latin typeface="Calibri"/>
              </a:rPr>
              <a:t>i</a:t>
            </a:r>
            <a:r>
              <a:rPr b="0" lang="en-US" sz="4400" spc="-1" strike="noStrike">
                <a:solidFill>
                  <a:schemeClr val="dk1"/>
                </a:solidFill>
                <a:latin typeface="Calibri"/>
              </a:rPr>
              <a:t>c</a:t>
            </a:r>
            <a:r>
              <a:rPr b="0" lang="en-US" sz="4400" spc="-1" strike="noStrike">
                <a:solidFill>
                  <a:schemeClr val="dk1"/>
                </a:solidFill>
                <a:latin typeface="Calibri"/>
              </a:rPr>
              <a:t>k</a:t>
            </a:r>
            <a:r>
              <a:rPr b="0" lang="en-US" sz="4400" spc="-1" strike="noStrike">
                <a:solidFill>
                  <a:schemeClr val="dk1"/>
                </a:solidFill>
                <a:latin typeface="Calibri"/>
              </a:rPr>
              <a:t> </a:t>
            </a:r>
            <a:r>
              <a:rPr b="0" lang="en-US" sz="4400" spc="-1" strike="noStrike">
                <a:solidFill>
                  <a:schemeClr val="dk1"/>
                </a:solidFill>
                <a:latin typeface="Calibri"/>
              </a:rPr>
              <a:t>t</a:t>
            </a:r>
            <a:r>
              <a:rPr b="0" lang="en-US" sz="4400" spc="-1" strike="noStrike">
                <a:solidFill>
                  <a:schemeClr val="dk1"/>
                </a:solidFill>
                <a:latin typeface="Calibri"/>
              </a:rPr>
              <a:t>o</a:t>
            </a:r>
            <a:r>
              <a:rPr b="0" lang="en-US" sz="4400" spc="-1" strike="noStrike">
                <a:solidFill>
                  <a:schemeClr val="dk1"/>
                </a:solidFill>
                <a:latin typeface="Calibri"/>
              </a:rPr>
              <a:t> </a:t>
            </a:r>
            <a:r>
              <a:rPr b="0" lang="en-US" sz="4400" spc="-1" strike="noStrike">
                <a:solidFill>
                  <a:schemeClr val="dk1"/>
                </a:solidFill>
                <a:latin typeface="Calibri"/>
              </a:rPr>
              <a:t>e</a:t>
            </a:r>
            <a:r>
              <a:rPr b="0" lang="en-US" sz="4400" spc="-1" strike="noStrike">
                <a:solidFill>
                  <a:schemeClr val="dk1"/>
                </a:solidFill>
                <a:latin typeface="Calibri"/>
              </a:rPr>
              <a:t>d</a:t>
            </a:r>
            <a:r>
              <a:rPr b="0" lang="en-US" sz="4400" spc="-1" strike="noStrike">
                <a:solidFill>
                  <a:schemeClr val="dk1"/>
                </a:solidFill>
                <a:latin typeface="Calibri"/>
              </a:rPr>
              <a:t>i</a:t>
            </a:r>
            <a:r>
              <a:rPr b="0" lang="en-US" sz="4400" spc="-1" strike="noStrike">
                <a:solidFill>
                  <a:schemeClr val="dk1"/>
                </a:solidFill>
                <a:latin typeface="Calibri"/>
              </a:rPr>
              <a:t>t </a:t>
            </a:r>
            <a:r>
              <a:rPr b="0" lang="en-US" sz="4400" spc="-1" strike="noStrike">
                <a:solidFill>
                  <a:schemeClr val="dk1"/>
                </a:solidFill>
                <a:latin typeface="Calibri"/>
              </a:rPr>
              <a:t>M</a:t>
            </a:r>
            <a:r>
              <a:rPr b="0" lang="en-US" sz="4400" spc="-1" strike="noStrike">
                <a:solidFill>
                  <a:schemeClr val="dk1"/>
                </a:solidFill>
                <a:latin typeface="Calibri"/>
              </a:rPr>
              <a:t>a</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e</a:t>
            </a:r>
            <a:r>
              <a:rPr b="0" lang="en-US" sz="4400" spc="-1" strike="noStrike">
                <a:solidFill>
                  <a:schemeClr val="dk1"/>
                </a:solidFill>
                <a:latin typeface="Calibri"/>
              </a:rPr>
              <a:t>r</a:t>
            </a:r>
            <a:r>
              <a:rPr b="0" lang="en-US" sz="4400" spc="-1" strike="noStrike">
                <a:solidFill>
                  <a:schemeClr val="dk1"/>
                </a:solidFill>
                <a:latin typeface="Calibri"/>
              </a:rPr>
              <a:t> </a:t>
            </a:r>
            <a:r>
              <a:rPr b="0" lang="en-US" sz="4400" spc="-1" strike="noStrike">
                <a:solidFill>
                  <a:schemeClr val="dk1"/>
                </a:solidFill>
                <a:latin typeface="Calibri"/>
              </a:rPr>
              <a:t>t</a:t>
            </a:r>
            <a:r>
              <a:rPr b="0" lang="en-US" sz="4400" spc="-1" strike="noStrike">
                <a:solidFill>
                  <a:schemeClr val="dk1"/>
                </a:solidFill>
                <a:latin typeface="Calibri"/>
              </a:rPr>
              <a:t>i</a:t>
            </a:r>
            <a:r>
              <a:rPr b="0" lang="en-US" sz="4400" spc="-1" strike="noStrike">
                <a:solidFill>
                  <a:schemeClr val="dk1"/>
                </a:solidFill>
                <a:latin typeface="Calibri"/>
              </a:rPr>
              <a:t>t</a:t>
            </a:r>
            <a:r>
              <a:rPr b="0" lang="en-US" sz="4400" spc="-1" strike="noStrike">
                <a:solidFill>
                  <a:schemeClr val="dk1"/>
                </a:solidFill>
                <a:latin typeface="Calibri"/>
              </a:rPr>
              <a:t>l</a:t>
            </a:r>
            <a:r>
              <a:rPr b="0" lang="en-US" sz="4400" spc="-1" strike="noStrike">
                <a:solidFill>
                  <a:schemeClr val="dk1"/>
                </a:solidFill>
                <a:latin typeface="Calibri"/>
              </a:rPr>
              <a:t>e</a:t>
            </a:r>
            <a:r>
              <a:rPr b="0" lang="en-US" sz="4400" spc="-1" strike="noStrike">
                <a:solidFill>
                  <a:schemeClr val="dk1"/>
                </a:solidFill>
                <a:latin typeface="Calibri"/>
              </a:rPr>
              <a:t> </a:t>
            </a:r>
            <a:r>
              <a:rPr b="0" lang="en-US" sz="4400" spc="-1" strike="noStrike">
                <a:solidFill>
                  <a:schemeClr val="dk1"/>
                </a:solidFill>
                <a:latin typeface="Calibri"/>
              </a:rPr>
              <a:t>s</a:t>
            </a:r>
            <a:r>
              <a:rPr b="0" lang="en-US" sz="4400" spc="-1" strike="noStrike">
                <a:solidFill>
                  <a:schemeClr val="dk1"/>
                </a:solidFill>
                <a:latin typeface="Calibri"/>
              </a:rPr>
              <a:t>t</a:t>
            </a:r>
            <a:r>
              <a:rPr b="0" lang="en-US" sz="4400" spc="-1" strike="noStrike">
                <a:solidFill>
                  <a:schemeClr val="dk1"/>
                </a:solidFill>
                <a:latin typeface="Calibri"/>
              </a:rPr>
              <a:t>y</a:t>
            </a:r>
            <a:r>
              <a:rPr b="0" lang="en-US" sz="4400" spc="-1" strike="noStrike">
                <a:solidFill>
                  <a:schemeClr val="dk1"/>
                </a:solidFill>
                <a:latin typeface="Calibri"/>
              </a:rPr>
              <a:t>l</a:t>
            </a:r>
            <a:r>
              <a:rPr b="0" lang="en-US" sz="4400" spc="-1" strike="noStrike">
                <a:solidFill>
                  <a:schemeClr val="dk1"/>
                </a:solidFill>
                <a:latin typeface="Calibri"/>
              </a:rPr>
              <a:t>e</a:t>
            </a:r>
            <a:endParaRPr b="0" lang="en-US" sz="4400" spc="-1" strike="noStrike">
              <a:solidFill>
                <a:schemeClr val="dk1"/>
              </a:solidFill>
              <a:latin typeface="Calibri"/>
            </a:endParaRPr>
          </a:p>
        </p:txBody>
      </p:sp>
      <p:sp>
        <p:nvSpPr>
          <p:cNvPr id="12" name="PlaceHolder 2"/>
          <p:cNvSpPr>
            <a:spLocks noGrp="1"/>
          </p:cNvSpPr>
          <p:nvPr>
            <p:ph type="body"/>
          </p:nvPr>
        </p:nvSpPr>
        <p:spPr>
          <a:xfrm>
            <a:off x="457200" y="274680"/>
            <a:ext cx="6019560" cy="5851080"/>
          </a:xfrm>
          <a:prstGeom prst="rect">
            <a:avLst/>
          </a:prstGeom>
          <a:noFill/>
          <a:ln w="0">
            <a:noFill/>
          </a:ln>
        </p:spPr>
        <p:txBody>
          <a:bodyPr lIns="91440" rIns="91440" tIns="45720" bIns="45720" anchor="t" vert="eaVe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3" name="PlaceHolder 3"/>
          <p:cNvSpPr>
            <a:spLocks noGrp="1"/>
          </p:cNvSpPr>
          <p:nvPr>
            <p:ph type="dt" idx="7"/>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4" name="PlaceHolder 4"/>
          <p:cNvSpPr>
            <a:spLocks noGrp="1"/>
          </p:cNvSpPr>
          <p:nvPr>
            <p:ph type="ftr" idx="8"/>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5" name="PlaceHolder 5"/>
          <p:cNvSpPr>
            <a:spLocks noGrp="1"/>
          </p:cNvSpPr>
          <p:nvPr>
            <p:ph type="sldNum" idx="9"/>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630D39F4-AE3B-4AC5-AEE1-11D69AC38733}"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3" r:id="rId2"/>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a:t>
            </a:r>
            <a:r>
              <a:rPr b="0" lang="en-US" sz="4400" spc="-1" strike="noStrike">
                <a:solidFill>
                  <a:schemeClr val="dk1"/>
                </a:solidFill>
                <a:latin typeface="Calibri"/>
              </a:rPr>
              <a:t>edit </a:t>
            </a:r>
            <a:r>
              <a:rPr b="0" lang="en-US" sz="4400" spc="-1" strike="noStrike">
                <a:solidFill>
                  <a:schemeClr val="dk1"/>
                </a:solidFill>
                <a:latin typeface="Calibri"/>
              </a:rPr>
              <a:t>Master </a:t>
            </a:r>
            <a:r>
              <a:rPr b="0" lang="en-US" sz="4400" spc="-1" strike="noStrike">
                <a:solidFill>
                  <a:schemeClr val="dk1"/>
                </a:solidFill>
                <a:latin typeface="Calibri"/>
              </a:rPr>
              <a:t>title </a:t>
            </a:r>
            <a:r>
              <a:rPr b="0" lang="en-US" sz="4400" spc="-1" strike="noStrike">
                <a:solidFill>
                  <a:schemeClr val="dk1"/>
                </a:solidFill>
                <a:latin typeface="Calibri"/>
              </a:rPr>
              <a:t>style</a:t>
            </a:r>
            <a:endParaRPr b="0" lang="en-US" sz="4400" spc="-1" strike="noStrike">
              <a:solidFill>
                <a:schemeClr val="dk1"/>
              </a:solidFill>
              <a:latin typeface="Calibri"/>
            </a:endParaRPr>
          </a:p>
        </p:txBody>
      </p:sp>
      <p:sp>
        <p:nvSpPr>
          <p:cNvPr id="17" name="PlaceHolder 2"/>
          <p:cNvSpPr>
            <a:spLocks noGrp="1"/>
          </p:cNvSpPr>
          <p:nvPr>
            <p:ph type="body"/>
          </p:nvPr>
        </p:nvSpPr>
        <p:spPr>
          <a:xfrm>
            <a:off x="457200" y="1600200"/>
            <a:ext cx="8229240" cy="452556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18" name="PlaceHolder 3"/>
          <p:cNvSpPr>
            <a:spLocks noGrp="1"/>
          </p:cNvSpPr>
          <p:nvPr>
            <p:ph type="dt" idx="10"/>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19" name="PlaceHolder 4"/>
          <p:cNvSpPr>
            <a:spLocks noGrp="1"/>
          </p:cNvSpPr>
          <p:nvPr>
            <p:ph type="ftr" idx="11"/>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 name="PlaceHolder 5"/>
          <p:cNvSpPr>
            <a:spLocks noGrp="1"/>
          </p:cNvSpPr>
          <p:nvPr>
            <p:ph type="sldNum" idx="12"/>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F9AED38-C98F-4419-9794-3ADCED0C49DC}"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5" r:id="rId2"/>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722160" y="4406760"/>
            <a:ext cx="7772040" cy="1361880"/>
          </a:xfrm>
          <a:prstGeom prst="rect">
            <a:avLst/>
          </a:prstGeom>
          <a:noFill/>
          <a:ln w="0">
            <a:noFill/>
          </a:ln>
        </p:spPr>
        <p:txBody>
          <a:bodyPr lIns="91440" rIns="91440" tIns="45720" bIns="45720" anchor="t">
            <a:noAutofit/>
          </a:bodyPr>
          <a:p>
            <a:pPr indent="0" defTabSz="457200">
              <a:lnSpc>
                <a:spcPct val="100000"/>
              </a:lnSpc>
              <a:buNone/>
            </a:pPr>
            <a:r>
              <a:rPr b="1" lang="en-US" sz="4000" spc="-1" strike="noStrike" cap="all">
                <a:solidFill>
                  <a:schemeClr val="dk1"/>
                </a:solidFill>
                <a:latin typeface="Calibri"/>
              </a:rPr>
              <a:t>Click to edit Master title style</a:t>
            </a:r>
            <a:endParaRPr b="0" lang="en-US" sz="4000" spc="-1" strike="noStrike">
              <a:solidFill>
                <a:schemeClr val="dk1"/>
              </a:solidFill>
              <a:latin typeface="Calibri"/>
            </a:endParaRPr>
          </a:p>
        </p:txBody>
      </p:sp>
      <p:sp>
        <p:nvSpPr>
          <p:cNvPr id="24" name="PlaceHolder 2"/>
          <p:cNvSpPr>
            <a:spLocks noGrp="1"/>
          </p:cNvSpPr>
          <p:nvPr>
            <p:ph type="body"/>
          </p:nvPr>
        </p:nvSpPr>
        <p:spPr>
          <a:xfrm>
            <a:off x="722160" y="2906640"/>
            <a:ext cx="7772040" cy="1499760"/>
          </a:xfrm>
          <a:prstGeom prst="rect">
            <a:avLst/>
          </a:prstGeom>
          <a:noFill/>
          <a:ln w="0">
            <a:noFill/>
          </a:ln>
        </p:spPr>
        <p:txBody>
          <a:bodyPr lIns="91440" rIns="91440" tIns="45720" bIns="45720" anchor="b">
            <a:noAutofit/>
          </a:bodyPr>
          <a:p>
            <a:pPr indent="0" defTabSz="457200">
              <a:lnSpc>
                <a:spcPct val="100000"/>
              </a:lnSpc>
              <a:spcBef>
                <a:spcPts val="400"/>
              </a:spcBef>
              <a:buNone/>
              <a:tabLst>
                <a:tab algn="l" pos="0"/>
              </a:tabLst>
            </a:pPr>
            <a:r>
              <a:rPr b="0" lang="en-US" sz="2000" spc="-1" strike="noStrike">
                <a:solidFill>
                  <a:schemeClr val="dk1">
                    <a:tint val="75000"/>
                  </a:schemeClr>
                </a:solidFill>
                <a:latin typeface="Calibri"/>
              </a:rPr>
              <a:t>Click to edit Master text styles</a:t>
            </a:r>
            <a:endParaRPr b="0" lang="en-US" sz="2000" spc="-1" strike="noStrike">
              <a:solidFill>
                <a:schemeClr val="dk1"/>
              </a:solidFill>
              <a:latin typeface="Calibri"/>
            </a:endParaRPr>
          </a:p>
        </p:txBody>
      </p:sp>
      <p:sp>
        <p:nvSpPr>
          <p:cNvPr id="25" name="PlaceHolder 3"/>
          <p:cNvSpPr>
            <a:spLocks noGrp="1"/>
          </p:cNvSpPr>
          <p:nvPr>
            <p:ph type="dt" idx="13"/>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26" name="PlaceHolder 4"/>
          <p:cNvSpPr>
            <a:spLocks noGrp="1"/>
          </p:cNvSpPr>
          <p:nvPr>
            <p:ph type="ftr" idx="14"/>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7" name="PlaceHolder 5"/>
          <p:cNvSpPr>
            <a:spLocks noGrp="1"/>
          </p:cNvSpPr>
          <p:nvPr>
            <p:ph type="sldNum" idx="15"/>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03D2703E-9FE6-40DE-86CD-CA709593D014}"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7" r:id="rId2"/>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29" name="PlaceHolder 2"/>
          <p:cNvSpPr>
            <a:spLocks noGrp="1"/>
          </p:cNvSpPr>
          <p:nvPr>
            <p:ph type="body"/>
          </p:nvPr>
        </p:nvSpPr>
        <p:spPr>
          <a:xfrm>
            <a:off x="45720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0" name="PlaceHolder 3"/>
          <p:cNvSpPr>
            <a:spLocks noGrp="1"/>
          </p:cNvSpPr>
          <p:nvPr>
            <p:ph type="body"/>
          </p:nvPr>
        </p:nvSpPr>
        <p:spPr>
          <a:xfrm>
            <a:off x="4648320" y="1600200"/>
            <a:ext cx="4038120" cy="4525560"/>
          </a:xfrm>
          <a:prstGeom prst="rect">
            <a:avLst/>
          </a:prstGeom>
          <a:noFill/>
          <a:ln w="0">
            <a:noFill/>
          </a:ln>
        </p:spPr>
        <p:txBody>
          <a:bodyPr lIns="91440" rIns="91440" tIns="45720" bIns="45720" anchor="t">
            <a:noAutofit/>
          </a:bodyPr>
          <a:p>
            <a:pPr marL="343080" indent="-343080" defTabSz="457200">
              <a:lnSpc>
                <a:spcPct val="100000"/>
              </a:lnSpc>
              <a:spcBef>
                <a:spcPts val="561"/>
              </a:spcBef>
              <a:buClr>
                <a:srgbClr val="000000"/>
              </a:buClr>
              <a:buFont typeface="Arial"/>
              <a:buChar char="•"/>
            </a:pPr>
            <a:r>
              <a:rPr b="0" lang="en-US" sz="2800" spc="-1" strike="noStrike">
                <a:solidFill>
                  <a:schemeClr val="dk1"/>
                </a:solidFill>
                <a:latin typeface="Calibri"/>
              </a:rPr>
              <a:t>Click to edit Master text styles</a:t>
            </a:r>
            <a:endParaRPr b="0" lang="en-US" sz="2800" spc="-1" strike="noStrike">
              <a:solidFill>
                <a:schemeClr val="dk1"/>
              </a:solidFill>
              <a:latin typeface="Calibri"/>
            </a:endParaRPr>
          </a:p>
          <a:p>
            <a:pPr lvl="1" marL="743040" indent="-285840" defTabSz="457200">
              <a:lnSpc>
                <a:spcPct val="100000"/>
              </a:lnSpc>
              <a:spcBef>
                <a:spcPts val="479"/>
              </a:spcBef>
              <a:buClr>
                <a:srgbClr val="000000"/>
              </a:buClr>
              <a:buFont typeface="Arial"/>
              <a:buChar char="–"/>
            </a:pPr>
            <a:r>
              <a:rPr b="0" lang="en-US" sz="2400" spc="-1" strike="noStrike">
                <a:solidFill>
                  <a:schemeClr val="dk1"/>
                </a:solidFill>
                <a:latin typeface="Calibri"/>
              </a:rPr>
              <a:t>Second level</a:t>
            </a:r>
            <a:endParaRPr b="0" lang="en-US" sz="2400" spc="-1" strike="noStrike">
              <a:solidFill>
                <a:schemeClr val="dk1"/>
              </a:solidFill>
              <a:latin typeface="Calibri"/>
            </a:endParaRPr>
          </a:p>
          <a:p>
            <a:pPr lvl="2" marL="11430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Third level</a:t>
            </a:r>
            <a:endParaRPr b="0" lang="en-US" sz="2000" spc="-1" strike="noStrike">
              <a:solidFill>
                <a:schemeClr val="dk1"/>
              </a:solidFill>
              <a:latin typeface="Calibri"/>
            </a:endParaRPr>
          </a:p>
          <a:p>
            <a:pPr lvl="3" marL="16002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Fourth level</a:t>
            </a:r>
            <a:endParaRPr b="0" lang="en-US" sz="1800" spc="-1" strike="noStrike">
              <a:solidFill>
                <a:schemeClr val="dk1"/>
              </a:solidFill>
              <a:latin typeface="Calibri"/>
            </a:endParaRPr>
          </a:p>
          <a:p>
            <a:pPr lvl="4" marL="20574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Fifth level</a:t>
            </a:r>
            <a:endParaRPr b="0" lang="en-US" sz="1800" spc="-1" strike="noStrike">
              <a:solidFill>
                <a:schemeClr val="dk1"/>
              </a:solidFill>
              <a:latin typeface="Calibri"/>
            </a:endParaRPr>
          </a:p>
        </p:txBody>
      </p:sp>
      <p:sp>
        <p:nvSpPr>
          <p:cNvPr id="31" name="PlaceHolder 4"/>
          <p:cNvSpPr>
            <a:spLocks noGrp="1"/>
          </p:cNvSpPr>
          <p:nvPr>
            <p:ph type="dt" idx="16"/>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32" name="PlaceHolder 5"/>
          <p:cNvSpPr>
            <a:spLocks noGrp="1"/>
          </p:cNvSpPr>
          <p:nvPr>
            <p:ph type="ftr" idx="17"/>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3" name="PlaceHolder 6"/>
          <p:cNvSpPr>
            <a:spLocks noGrp="1"/>
          </p:cNvSpPr>
          <p:nvPr>
            <p:ph type="sldNum" idx="18"/>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86D0EA8E-DCFC-4C80-863B-3BE0D72E78FE}"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59" r:id="rId2"/>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7"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38" name="PlaceHolder 2"/>
          <p:cNvSpPr>
            <a:spLocks noGrp="1"/>
          </p:cNvSpPr>
          <p:nvPr>
            <p:ph type="body"/>
          </p:nvPr>
        </p:nvSpPr>
        <p:spPr>
          <a:xfrm>
            <a:off x="457200" y="1535040"/>
            <a:ext cx="403992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39" name="PlaceHolder 3"/>
          <p:cNvSpPr>
            <a:spLocks noGrp="1"/>
          </p:cNvSpPr>
          <p:nvPr>
            <p:ph type="body"/>
          </p:nvPr>
        </p:nvSpPr>
        <p:spPr>
          <a:xfrm>
            <a:off x="457200" y="2174760"/>
            <a:ext cx="403992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0" name="PlaceHolder 4"/>
          <p:cNvSpPr>
            <a:spLocks noGrp="1"/>
          </p:cNvSpPr>
          <p:nvPr>
            <p:ph type="body"/>
          </p:nvPr>
        </p:nvSpPr>
        <p:spPr>
          <a:xfrm>
            <a:off x="4645080" y="1535040"/>
            <a:ext cx="4041360" cy="639360"/>
          </a:xfrm>
          <a:prstGeom prst="rect">
            <a:avLst/>
          </a:prstGeom>
          <a:noFill/>
          <a:ln w="0">
            <a:noFill/>
          </a:ln>
        </p:spPr>
        <p:txBody>
          <a:bodyPr lIns="91440" rIns="91440" tIns="45720" bIns="45720" anchor="b">
            <a:noAutofit/>
          </a:bodyPr>
          <a:p>
            <a:pPr indent="0" defTabSz="457200">
              <a:lnSpc>
                <a:spcPct val="100000"/>
              </a:lnSpc>
              <a:spcBef>
                <a:spcPts val="479"/>
              </a:spcBef>
              <a:buNone/>
              <a:tabLst>
                <a:tab algn="l" pos="0"/>
              </a:tabLst>
            </a:pPr>
            <a:r>
              <a:rPr b="1" lang="en-US" sz="2400" spc="-1" strike="noStrike">
                <a:solidFill>
                  <a:schemeClr val="dk1"/>
                </a:solidFill>
                <a:latin typeface="Calibri"/>
              </a:rPr>
              <a:t>Click to edit Master text styles</a:t>
            </a:r>
            <a:endParaRPr b="0" lang="en-US" sz="2400" spc="-1" strike="noStrike">
              <a:solidFill>
                <a:schemeClr val="dk1"/>
              </a:solidFill>
              <a:latin typeface="Calibri"/>
            </a:endParaRPr>
          </a:p>
        </p:txBody>
      </p:sp>
      <p:sp>
        <p:nvSpPr>
          <p:cNvPr id="41" name="PlaceHolder 5"/>
          <p:cNvSpPr>
            <a:spLocks noGrp="1"/>
          </p:cNvSpPr>
          <p:nvPr>
            <p:ph type="body"/>
          </p:nvPr>
        </p:nvSpPr>
        <p:spPr>
          <a:xfrm>
            <a:off x="4645080" y="2174760"/>
            <a:ext cx="4041360" cy="3951000"/>
          </a:xfrm>
          <a:prstGeom prst="rect">
            <a:avLst/>
          </a:prstGeom>
          <a:noFill/>
          <a:ln w="0">
            <a:noFill/>
          </a:ln>
        </p:spPr>
        <p:txBody>
          <a:bodyPr lIns="91440" rIns="91440" tIns="45720" bIns="45720" anchor="t">
            <a:noAutofit/>
          </a:bodyPr>
          <a:p>
            <a:pPr marL="343080" indent="-343080" defTabSz="457200">
              <a:lnSpc>
                <a:spcPct val="100000"/>
              </a:lnSpc>
              <a:spcBef>
                <a:spcPts val="479"/>
              </a:spcBef>
              <a:buClr>
                <a:srgbClr val="000000"/>
              </a:buClr>
              <a:buFont typeface="Arial"/>
              <a:buChar char="•"/>
            </a:pPr>
            <a:r>
              <a:rPr b="0" lang="en-US" sz="2400" spc="-1" strike="noStrike">
                <a:solidFill>
                  <a:schemeClr val="dk1"/>
                </a:solidFill>
                <a:latin typeface="Calibri"/>
              </a:rPr>
              <a:t>Click to edit Master text styles</a:t>
            </a:r>
            <a:endParaRPr b="0" lang="en-US" sz="2400" spc="-1" strike="noStrike">
              <a:solidFill>
                <a:schemeClr val="dk1"/>
              </a:solidFill>
              <a:latin typeface="Calibri"/>
            </a:endParaRPr>
          </a:p>
          <a:p>
            <a:pPr lvl="1" marL="743040" indent="-285840" defTabSz="457200">
              <a:lnSpc>
                <a:spcPct val="100000"/>
              </a:lnSpc>
              <a:spcBef>
                <a:spcPts val="400"/>
              </a:spcBef>
              <a:buClr>
                <a:srgbClr val="000000"/>
              </a:buClr>
              <a:buFont typeface="Arial"/>
              <a:buChar char="–"/>
            </a:pPr>
            <a:r>
              <a:rPr b="0" lang="en-US" sz="2000" spc="-1" strike="noStrike">
                <a:solidFill>
                  <a:schemeClr val="dk1"/>
                </a:solidFill>
                <a:latin typeface="Calibri"/>
              </a:rPr>
              <a:t>Second level</a:t>
            </a:r>
            <a:endParaRPr b="0" lang="en-US" sz="2000" spc="-1" strike="noStrike">
              <a:solidFill>
                <a:schemeClr val="dk1"/>
              </a:solidFill>
              <a:latin typeface="Calibri"/>
            </a:endParaRPr>
          </a:p>
          <a:p>
            <a:pPr lvl="2" marL="1143000" indent="-228600" defTabSz="457200">
              <a:lnSpc>
                <a:spcPct val="100000"/>
              </a:lnSpc>
              <a:spcBef>
                <a:spcPts val="360"/>
              </a:spcBef>
              <a:buClr>
                <a:srgbClr val="000000"/>
              </a:buClr>
              <a:buFont typeface="Arial"/>
              <a:buChar char="•"/>
            </a:pPr>
            <a:r>
              <a:rPr b="0" lang="en-US" sz="1800" spc="-1" strike="noStrike">
                <a:solidFill>
                  <a:schemeClr val="dk1"/>
                </a:solidFill>
                <a:latin typeface="Calibri"/>
              </a:rPr>
              <a:t>Third level</a:t>
            </a:r>
            <a:endParaRPr b="0" lang="en-US" sz="1800" spc="-1" strike="noStrike">
              <a:solidFill>
                <a:schemeClr val="dk1"/>
              </a:solidFill>
              <a:latin typeface="Calibri"/>
            </a:endParaRPr>
          </a:p>
          <a:p>
            <a:pPr lvl="3" marL="16002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Fourth level</a:t>
            </a:r>
            <a:endParaRPr b="0" lang="en-US" sz="1600" spc="-1" strike="noStrike">
              <a:solidFill>
                <a:schemeClr val="dk1"/>
              </a:solidFill>
              <a:latin typeface="Calibri"/>
            </a:endParaRPr>
          </a:p>
          <a:p>
            <a:pPr lvl="4" marL="2057400" indent="-228600" defTabSz="457200">
              <a:lnSpc>
                <a:spcPct val="100000"/>
              </a:lnSpc>
              <a:spcBef>
                <a:spcPts val="320"/>
              </a:spcBef>
              <a:buClr>
                <a:srgbClr val="000000"/>
              </a:buClr>
              <a:buFont typeface="Arial"/>
              <a:buChar char="»"/>
            </a:pPr>
            <a:r>
              <a:rPr b="0" lang="en-US" sz="1600" spc="-1" strike="noStrike">
                <a:solidFill>
                  <a:schemeClr val="dk1"/>
                </a:solidFill>
                <a:latin typeface="Calibri"/>
              </a:rPr>
              <a:t>Fifth level</a:t>
            </a:r>
            <a:endParaRPr b="0" lang="en-US" sz="1600" spc="-1" strike="noStrike">
              <a:solidFill>
                <a:schemeClr val="dk1"/>
              </a:solidFill>
              <a:latin typeface="Calibri"/>
            </a:endParaRPr>
          </a:p>
        </p:txBody>
      </p:sp>
      <p:sp>
        <p:nvSpPr>
          <p:cNvPr id="42" name="PlaceHolder 6"/>
          <p:cNvSpPr>
            <a:spLocks noGrp="1"/>
          </p:cNvSpPr>
          <p:nvPr>
            <p:ph type="dt" idx="19"/>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3" name="PlaceHolder 7"/>
          <p:cNvSpPr>
            <a:spLocks noGrp="1"/>
          </p:cNvSpPr>
          <p:nvPr>
            <p:ph type="ftr" idx="20"/>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4" name="PlaceHolder 8"/>
          <p:cNvSpPr>
            <a:spLocks noGrp="1"/>
          </p:cNvSpPr>
          <p:nvPr>
            <p:ph type="sldNum" idx="21"/>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CAD88D65-49B7-4567-9869-70CEC3AD8D70}"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1" r:id="rId2"/>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457200" y="274680"/>
            <a:ext cx="8229240" cy="1142640"/>
          </a:xfrm>
          <a:prstGeom prst="rect">
            <a:avLst/>
          </a:prstGeom>
          <a:noFill/>
          <a:ln w="0">
            <a:noFill/>
          </a:ln>
        </p:spPr>
        <p:txBody>
          <a:bodyPr lIns="91440" rIns="91440" tIns="45720" bIns="45720" anchor="ctr">
            <a:noAutofit/>
          </a:bodyPr>
          <a:p>
            <a:pPr indent="0" algn="ctr" defTabSz="457200">
              <a:lnSpc>
                <a:spcPct val="100000"/>
              </a:lnSpc>
              <a:buNone/>
            </a:pPr>
            <a:r>
              <a:rPr b="0" lang="en-US" sz="4400" spc="-1" strike="noStrike">
                <a:solidFill>
                  <a:schemeClr val="dk1"/>
                </a:solidFill>
                <a:latin typeface="Calibri"/>
              </a:rPr>
              <a:t>Click to edit Master title style</a:t>
            </a:r>
            <a:endParaRPr b="0" lang="en-US" sz="4400" spc="-1" strike="noStrike">
              <a:solidFill>
                <a:schemeClr val="dk1"/>
              </a:solidFill>
              <a:latin typeface="Calibri"/>
            </a:endParaRPr>
          </a:p>
        </p:txBody>
      </p:sp>
      <p:sp>
        <p:nvSpPr>
          <p:cNvPr id="46" name="PlaceHolder 2"/>
          <p:cNvSpPr>
            <a:spLocks noGrp="1"/>
          </p:cNvSpPr>
          <p:nvPr>
            <p:ph type="dt" idx="22"/>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47" name="PlaceHolder 3"/>
          <p:cNvSpPr>
            <a:spLocks noGrp="1"/>
          </p:cNvSpPr>
          <p:nvPr>
            <p:ph type="ftr" idx="23"/>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8" name="PlaceHolder 4"/>
          <p:cNvSpPr>
            <a:spLocks noGrp="1"/>
          </p:cNvSpPr>
          <p:nvPr>
            <p:ph type="sldNum" idx="24"/>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E33EADCB-EF96-4076-8B3D-2E7E376BF08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3" r:id="rId2"/>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dt" idx="25"/>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1" name="PlaceHolder 2"/>
          <p:cNvSpPr>
            <a:spLocks noGrp="1"/>
          </p:cNvSpPr>
          <p:nvPr>
            <p:ph type="ftr" idx="26"/>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2" name="PlaceHolder 3"/>
          <p:cNvSpPr>
            <a:spLocks noGrp="1"/>
          </p:cNvSpPr>
          <p:nvPr>
            <p:ph type="sldNum" idx="27"/>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979EDF1A-75B5-429C-9365-041D98F653F7}"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
        <p:nvSpPr>
          <p:cNvPr id="53" name="PlaceHolder 4"/>
          <p:cNvSpPr>
            <a:spLocks noGrp="1"/>
          </p:cNvSpPr>
          <p:nvPr>
            <p:ph type="title"/>
          </p:nvPr>
        </p:nvSpPr>
        <p:spPr>
          <a:xfrm>
            <a:off x="609480" y="273600"/>
            <a:ext cx="10972080" cy="1144800"/>
          </a:xfrm>
          <a:prstGeom prst="rect">
            <a:avLst/>
          </a:prstGeom>
          <a:noFill/>
          <a:ln w="0">
            <a:noFill/>
          </a:ln>
        </p:spPr>
        <p:txBody>
          <a:bodyPr lIns="0" rIns="0" tIns="0" bIns="0" anchor="ctr">
            <a:noAutofit/>
          </a:bodyPr>
          <a:p>
            <a:pPr indent="0">
              <a:buNone/>
            </a:pPr>
            <a:r>
              <a:rPr b="0" lang="en-US" sz="1800" spc="-1" strike="noStrike">
                <a:solidFill>
                  <a:schemeClr val="dk1"/>
                </a:solidFill>
                <a:latin typeface="Calibri"/>
              </a:rPr>
              <a:t>Click to edit the title text format</a:t>
            </a:r>
            <a:endParaRPr b="0" lang="en-US" sz="1800" spc="-1" strike="noStrike">
              <a:solidFill>
                <a:schemeClr val="dk1"/>
              </a:solidFill>
              <a:latin typeface="Calibri"/>
            </a:endParaRPr>
          </a:p>
        </p:txBody>
      </p:sp>
      <p:sp>
        <p:nvSpPr>
          <p:cNvPr id="54" name="PlaceHolder 5"/>
          <p:cNvSpPr>
            <a:spLocks noGrp="1"/>
          </p:cNvSpPr>
          <p:nvPr>
            <p:ph type="body"/>
          </p:nvPr>
        </p:nvSpPr>
        <p:spPr>
          <a:xfrm>
            <a:off x="609480" y="1604520"/>
            <a:ext cx="1097208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2400" spc="-1" strike="noStrike">
                <a:solidFill>
                  <a:schemeClr val="dk1"/>
                </a:solidFill>
                <a:latin typeface="Calibri"/>
              </a:rPr>
              <a:t>Second Outline Level</a:t>
            </a:r>
            <a:endParaRPr b="0" lang="en-US" sz="24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2000" spc="-1" strike="noStrike">
                <a:solidFill>
                  <a:schemeClr val="dk1"/>
                </a:solidFill>
                <a:latin typeface="Calibri"/>
              </a:rPr>
              <a:t>Third Outline Level</a:t>
            </a:r>
            <a:endParaRPr b="0" lang="en-US" sz="20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2000" spc="-1" strike="noStrike">
                <a:solidFill>
                  <a:schemeClr val="dk1"/>
                </a:solidFill>
                <a:latin typeface="Calibri"/>
              </a:rPr>
              <a:t>Fourth Outline Level</a:t>
            </a:r>
            <a:endParaRPr b="0" lang="en-US" sz="20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2000" spc="-1" strike="noStrike">
                <a:solidFill>
                  <a:schemeClr val="dk1"/>
                </a:solidFill>
                <a:latin typeface="Calibri"/>
              </a:rPr>
              <a:t>Fifth Outline Level</a:t>
            </a:r>
            <a:endParaRPr b="0" lang="en-US" sz="20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2000" spc="-1" strike="noStrike">
                <a:solidFill>
                  <a:schemeClr val="dk1"/>
                </a:solidFill>
                <a:latin typeface="Calibri"/>
              </a:rPr>
              <a:t>Sixth Outline Level</a:t>
            </a:r>
            <a:endParaRPr b="0" lang="en-US" sz="20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2000" spc="-1" strike="noStrike">
                <a:solidFill>
                  <a:schemeClr val="dk1"/>
                </a:solidFill>
                <a:latin typeface="Calibri"/>
              </a:rPr>
              <a:t>Seventh Outline Level</a:t>
            </a:r>
            <a:endParaRPr b="0" lang="en-US" sz="2000" spc="-1" strike="noStrike">
              <a:solidFill>
                <a:schemeClr val="dk1"/>
              </a:solidFill>
              <a:latin typeface="Calibri"/>
            </a:endParaRPr>
          </a:p>
        </p:txBody>
      </p:sp>
    </p:spTree>
  </p:cSld>
  <p:clrMap bg1="lt1" bg2="lt2" tx1="dk1" tx2="dk2" accent1="accent1" accent2="accent2" accent3="accent3" accent4="accent4" accent5="accent5" accent6="accent6" hlink="hlink" folHlink="folHlink"/>
  <p:sldLayoutIdLst>
    <p:sldLayoutId id="2147483665" r:id="rId2"/>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2880"/>
            <a:ext cx="3007800" cy="116172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56" name="PlaceHolder 2"/>
          <p:cNvSpPr>
            <a:spLocks noGrp="1"/>
          </p:cNvSpPr>
          <p:nvPr>
            <p:ph type="body"/>
          </p:nvPr>
        </p:nvSpPr>
        <p:spPr>
          <a:xfrm>
            <a:off x="3575160" y="272880"/>
            <a:ext cx="5111280" cy="5852880"/>
          </a:xfrm>
          <a:prstGeom prst="rect">
            <a:avLst/>
          </a:prstGeom>
          <a:noFill/>
          <a:ln w="0">
            <a:noFill/>
          </a:ln>
        </p:spPr>
        <p:txBody>
          <a:bodyPr lIns="91440" rIns="91440" tIns="45720" bIns="45720" anchor="t">
            <a:noAutofit/>
          </a:bodyPr>
          <a:p>
            <a:pPr marL="343080" indent="-343080" defTabSz="457200">
              <a:lnSpc>
                <a:spcPct val="100000"/>
              </a:lnSpc>
              <a:spcBef>
                <a:spcPts val="641"/>
              </a:spcBef>
              <a:buClr>
                <a:srgbClr val="000000"/>
              </a:buClr>
              <a:buFont typeface="Arial"/>
              <a:buChar char="•"/>
            </a:pPr>
            <a:r>
              <a:rPr b="0" lang="en-US" sz="3200" spc="-1" strike="noStrike">
                <a:solidFill>
                  <a:schemeClr val="dk1"/>
                </a:solidFill>
                <a:latin typeface="Calibri"/>
              </a:rPr>
              <a:t>Click to edit Master text styles</a:t>
            </a:r>
            <a:endParaRPr b="0" lang="en-US" sz="3200" spc="-1" strike="noStrike">
              <a:solidFill>
                <a:schemeClr val="dk1"/>
              </a:solidFill>
              <a:latin typeface="Calibri"/>
            </a:endParaRPr>
          </a:p>
          <a:p>
            <a:pPr lvl="1" marL="743040" indent="-285840" defTabSz="457200">
              <a:lnSpc>
                <a:spcPct val="100000"/>
              </a:lnSpc>
              <a:spcBef>
                <a:spcPts val="561"/>
              </a:spcBef>
              <a:buClr>
                <a:srgbClr val="000000"/>
              </a:buClr>
              <a:buFont typeface="Arial"/>
              <a:buChar char="–"/>
            </a:pPr>
            <a:r>
              <a:rPr b="0" lang="en-US" sz="2800" spc="-1" strike="noStrike">
                <a:solidFill>
                  <a:schemeClr val="dk1"/>
                </a:solidFill>
                <a:latin typeface="Calibri"/>
              </a:rPr>
              <a:t>Second level</a:t>
            </a:r>
            <a:endParaRPr b="0" lang="en-US" sz="2800" spc="-1" strike="noStrike">
              <a:solidFill>
                <a:schemeClr val="dk1"/>
              </a:solidFill>
              <a:latin typeface="Calibri"/>
            </a:endParaRPr>
          </a:p>
          <a:p>
            <a:pPr lvl="2" marL="1143000" indent="-228600" defTabSz="457200">
              <a:lnSpc>
                <a:spcPct val="100000"/>
              </a:lnSpc>
              <a:spcBef>
                <a:spcPts val="479"/>
              </a:spcBef>
              <a:buClr>
                <a:srgbClr val="000000"/>
              </a:buClr>
              <a:buFont typeface="Arial"/>
              <a:buChar char="•"/>
            </a:pPr>
            <a:r>
              <a:rPr b="0" lang="en-US" sz="2400" spc="-1" strike="noStrike">
                <a:solidFill>
                  <a:schemeClr val="dk1"/>
                </a:solidFill>
                <a:latin typeface="Calibri"/>
              </a:rPr>
              <a:t>Third level</a:t>
            </a:r>
            <a:endParaRPr b="0" lang="en-US" sz="2400" spc="-1" strike="noStrike">
              <a:solidFill>
                <a:schemeClr val="dk1"/>
              </a:solidFill>
              <a:latin typeface="Calibri"/>
            </a:endParaRPr>
          </a:p>
          <a:p>
            <a:pPr lvl="3" marL="16002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Fourth level</a:t>
            </a:r>
            <a:endParaRPr b="0" lang="en-US" sz="2000" spc="-1" strike="noStrike">
              <a:solidFill>
                <a:schemeClr val="dk1"/>
              </a:solidFill>
              <a:latin typeface="Calibri"/>
            </a:endParaRPr>
          </a:p>
          <a:p>
            <a:pPr lvl="4" marL="2057400" indent="-228600" defTabSz="457200">
              <a:lnSpc>
                <a:spcPct val="100000"/>
              </a:lnSpc>
              <a:spcBef>
                <a:spcPts val="400"/>
              </a:spcBef>
              <a:buClr>
                <a:srgbClr val="000000"/>
              </a:buClr>
              <a:buFont typeface="Arial"/>
              <a:buChar char="»"/>
            </a:pPr>
            <a:r>
              <a:rPr b="0" lang="en-US" sz="2000" spc="-1" strike="noStrike">
                <a:solidFill>
                  <a:schemeClr val="dk1"/>
                </a:solidFill>
                <a:latin typeface="Calibri"/>
              </a:rPr>
              <a:t>Fifth level</a:t>
            </a:r>
            <a:endParaRPr b="0" lang="en-US" sz="2000" spc="-1" strike="noStrike">
              <a:solidFill>
                <a:schemeClr val="dk1"/>
              </a:solidFill>
              <a:latin typeface="Calibri"/>
            </a:endParaRPr>
          </a:p>
        </p:txBody>
      </p:sp>
      <p:sp>
        <p:nvSpPr>
          <p:cNvPr id="57" name="PlaceHolder 3"/>
          <p:cNvSpPr>
            <a:spLocks noGrp="1"/>
          </p:cNvSpPr>
          <p:nvPr>
            <p:ph type="body"/>
          </p:nvPr>
        </p:nvSpPr>
        <p:spPr>
          <a:xfrm>
            <a:off x="457200" y="1434960"/>
            <a:ext cx="3007800" cy="46908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58" name="PlaceHolder 4"/>
          <p:cNvSpPr>
            <a:spLocks noGrp="1"/>
          </p:cNvSpPr>
          <p:nvPr>
            <p:ph type="dt" idx="28"/>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59" name="PlaceHolder 5"/>
          <p:cNvSpPr>
            <a:spLocks noGrp="1"/>
          </p:cNvSpPr>
          <p:nvPr>
            <p:ph type="ftr" idx="29"/>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0" name="PlaceHolder 6"/>
          <p:cNvSpPr>
            <a:spLocks noGrp="1"/>
          </p:cNvSpPr>
          <p:nvPr>
            <p:ph type="sldNum" idx="30"/>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042419F-1C22-43F6-95C8-EE712212592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7" r:id="rId2"/>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1792440" y="4800600"/>
            <a:ext cx="5486040" cy="566280"/>
          </a:xfrm>
          <a:prstGeom prst="rect">
            <a:avLst/>
          </a:prstGeom>
          <a:noFill/>
          <a:ln w="0">
            <a:noFill/>
          </a:ln>
        </p:spPr>
        <p:txBody>
          <a:bodyPr lIns="91440" rIns="91440" tIns="45720" bIns="45720" anchor="b">
            <a:noAutofit/>
          </a:bodyPr>
          <a:p>
            <a:pPr indent="0" defTabSz="457200">
              <a:lnSpc>
                <a:spcPct val="100000"/>
              </a:lnSpc>
              <a:buNone/>
            </a:pPr>
            <a:r>
              <a:rPr b="1" lang="en-US" sz="2000" spc="-1" strike="noStrike">
                <a:solidFill>
                  <a:schemeClr val="dk1"/>
                </a:solidFill>
                <a:latin typeface="Calibri"/>
              </a:rPr>
              <a:t>Click to edit Master title style</a:t>
            </a:r>
            <a:endParaRPr b="0" lang="en-US" sz="2000" spc="-1" strike="noStrike">
              <a:solidFill>
                <a:schemeClr val="dk1"/>
              </a:solidFill>
              <a:latin typeface="Calibri"/>
            </a:endParaRPr>
          </a:p>
        </p:txBody>
      </p:sp>
      <p:sp>
        <p:nvSpPr>
          <p:cNvPr id="62" name="PlaceHolder 2"/>
          <p:cNvSpPr>
            <a:spLocks noGrp="1"/>
          </p:cNvSpPr>
          <p:nvPr>
            <p:ph type="body"/>
          </p:nvPr>
        </p:nvSpPr>
        <p:spPr>
          <a:xfrm>
            <a:off x="1792440" y="612720"/>
            <a:ext cx="5486040" cy="4114440"/>
          </a:xfrm>
          <a:prstGeom prst="rect">
            <a:avLst/>
          </a:prstGeom>
          <a:noFill/>
          <a:ln w="0">
            <a:noFill/>
          </a:ln>
        </p:spPr>
        <p:txBody>
          <a:bodyPr lIns="90000" rIns="90000" tIns="45000" bIns="45000" anchor="t">
            <a:noAutofit/>
          </a:bodyPr>
          <a:p>
            <a:pPr marL="432000" indent="-324000">
              <a:spcBef>
                <a:spcPts val="1417"/>
              </a:spcBef>
              <a:buClr>
                <a:srgbClr val="000000"/>
              </a:buClr>
              <a:buSzPct val="45000"/>
              <a:buFont typeface="Wingdings" charset="2"/>
              <a:buChar char=""/>
            </a:pPr>
            <a:r>
              <a:rPr b="0" lang="en-US" sz="3200" spc="-1" strike="noStrike">
                <a:solidFill>
                  <a:schemeClr val="dk1"/>
                </a:solidFill>
                <a:latin typeface="Calibri"/>
              </a:rPr>
              <a:t>Click to edit the outline text format</a:t>
            </a:r>
            <a:endParaRPr b="0" lang="en-US" sz="3200" spc="-1" strike="noStrike">
              <a:solidFill>
                <a:schemeClr val="dk1"/>
              </a:solidFill>
              <a:latin typeface="Calibri"/>
            </a:endParaRPr>
          </a:p>
          <a:p>
            <a:pPr lvl="1" marL="864000" indent="-324000">
              <a:spcBef>
                <a:spcPts val="1134"/>
              </a:spcBef>
              <a:buClr>
                <a:srgbClr val="000000"/>
              </a:buClr>
              <a:buSzPct val="75000"/>
              <a:buFont typeface="Symbol" charset="2"/>
              <a:buChar char=""/>
            </a:pPr>
            <a:r>
              <a:rPr b="0" lang="en-US" sz="3200" spc="-1" strike="noStrike">
                <a:solidFill>
                  <a:schemeClr val="dk1"/>
                </a:solidFill>
                <a:latin typeface="Calibri"/>
              </a:rPr>
              <a:t>Second Outline Level</a:t>
            </a:r>
            <a:endParaRPr b="0" lang="en-US" sz="3200" spc="-1" strike="noStrike">
              <a:solidFill>
                <a:schemeClr val="dk1"/>
              </a:solidFill>
              <a:latin typeface="Calibri"/>
            </a:endParaRPr>
          </a:p>
          <a:p>
            <a:pPr lvl="2" marL="1296000" indent="-288000">
              <a:spcBef>
                <a:spcPts val="850"/>
              </a:spcBef>
              <a:buClr>
                <a:srgbClr val="000000"/>
              </a:buClr>
              <a:buSzPct val="45000"/>
              <a:buFont typeface="Wingdings" charset="2"/>
              <a:buChar char=""/>
            </a:pPr>
            <a:r>
              <a:rPr b="0" lang="en-US" sz="3200" spc="-1" strike="noStrike">
                <a:solidFill>
                  <a:schemeClr val="dk1"/>
                </a:solidFill>
                <a:latin typeface="Calibri"/>
              </a:rPr>
              <a:t>Third Outline Level</a:t>
            </a:r>
            <a:endParaRPr b="0" lang="en-US" sz="3200" spc="-1" strike="noStrike">
              <a:solidFill>
                <a:schemeClr val="dk1"/>
              </a:solidFill>
              <a:latin typeface="Calibri"/>
            </a:endParaRPr>
          </a:p>
          <a:p>
            <a:pPr lvl="3" marL="1728000" indent="-216000">
              <a:spcBef>
                <a:spcPts val="567"/>
              </a:spcBef>
              <a:buClr>
                <a:srgbClr val="000000"/>
              </a:buClr>
              <a:buSzPct val="75000"/>
              <a:buFont typeface="Symbol" charset="2"/>
              <a:buChar char=""/>
            </a:pPr>
            <a:r>
              <a:rPr b="0" lang="en-US" sz="3200" spc="-1" strike="noStrike">
                <a:solidFill>
                  <a:schemeClr val="dk1"/>
                </a:solidFill>
                <a:latin typeface="Calibri"/>
              </a:rPr>
              <a:t>Fourth Outline Level</a:t>
            </a:r>
            <a:endParaRPr b="0" lang="en-US" sz="3200" spc="-1" strike="noStrike">
              <a:solidFill>
                <a:schemeClr val="dk1"/>
              </a:solidFill>
              <a:latin typeface="Calibri"/>
            </a:endParaRPr>
          </a:p>
          <a:p>
            <a:pPr lvl="4" marL="2160000" indent="-216000">
              <a:spcBef>
                <a:spcPts val="283"/>
              </a:spcBef>
              <a:buClr>
                <a:srgbClr val="000000"/>
              </a:buClr>
              <a:buSzPct val="45000"/>
              <a:buFont typeface="Wingdings" charset="2"/>
              <a:buChar char=""/>
            </a:pPr>
            <a:r>
              <a:rPr b="0" lang="en-US" sz="3200" spc="-1" strike="noStrike">
                <a:solidFill>
                  <a:schemeClr val="dk1"/>
                </a:solidFill>
                <a:latin typeface="Calibri"/>
              </a:rPr>
              <a:t>Fifth Outline Level</a:t>
            </a:r>
            <a:endParaRPr b="0" lang="en-US" sz="3200" spc="-1" strike="noStrike">
              <a:solidFill>
                <a:schemeClr val="dk1"/>
              </a:solidFill>
              <a:latin typeface="Calibri"/>
            </a:endParaRPr>
          </a:p>
          <a:p>
            <a:pPr lvl="5" marL="2592000" indent="-216000">
              <a:spcBef>
                <a:spcPts val="283"/>
              </a:spcBef>
              <a:buClr>
                <a:srgbClr val="000000"/>
              </a:buClr>
              <a:buSzPct val="45000"/>
              <a:buFont typeface="Wingdings" charset="2"/>
              <a:buChar char=""/>
            </a:pPr>
            <a:r>
              <a:rPr b="0" lang="en-US" sz="3200" spc="-1" strike="noStrike">
                <a:solidFill>
                  <a:schemeClr val="dk1"/>
                </a:solidFill>
                <a:latin typeface="Calibri"/>
              </a:rPr>
              <a:t>Sixth Outline Level</a:t>
            </a:r>
            <a:endParaRPr b="0" lang="en-US" sz="3200" spc="-1" strike="noStrike">
              <a:solidFill>
                <a:schemeClr val="dk1"/>
              </a:solidFill>
              <a:latin typeface="Calibri"/>
            </a:endParaRPr>
          </a:p>
          <a:p>
            <a:pPr lvl="6" marL="3024000" indent="-216000">
              <a:spcBef>
                <a:spcPts val="283"/>
              </a:spcBef>
              <a:buClr>
                <a:srgbClr val="000000"/>
              </a:buClr>
              <a:buSzPct val="45000"/>
              <a:buFont typeface="Wingdings" charset="2"/>
              <a:buChar char=""/>
            </a:pPr>
            <a:r>
              <a:rPr b="0" lang="en-US" sz="3200" spc="-1" strike="noStrike">
                <a:solidFill>
                  <a:schemeClr val="dk1"/>
                </a:solidFill>
                <a:latin typeface="Calibri"/>
              </a:rPr>
              <a:t>Seventh Outline Level</a:t>
            </a:r>
            <a:endParaRPr b="0" lang="en-US" sz="3200" spc="-1" strike="noStrike">
              <a:solidFill>
                <a:schemeClr val="dk1"/>
              </a:solidFill>
              <a:latin typeface="Calibri"/>
            </a:endParaRPr>
          </a:p>
        </p:txBody>
      </p:sp>
      <p:sp>
        <p:nvSpPr>
          <p:cNvPr id="63" name="PlaceHolder 3"/>
          <p:cNvSpPr>
            <a:spLocks noGrp="1"/>
          </p:cNvSpPr>
          <p:nvPr>
            <p:ph type="body"/>
          </p:nvPr>
        </p:nvSpPr>
        <p:spPr>
          <a:xfrm>
            <a:off x="1792440" y="5367240"/>
            <a:ext cx="5486040" cy="804600"/>
          </a:xfrm>
          <a:prstGeom prst="rect">
            <a:avLst/>
          </a:prstGeom>
          <a:noFill/>
          <a:ln w="0">
            <a:noFill/>
          </a:ln>
        </p:spPr>
        <p:txBody>
          <a:bodyPr lIns="91440" rIns="91440" tIns="45720" bIns="45720" anchor="t">
            <a:noAutofit/>
          </a:bodyPr>
          <a:p>
            <a:pPr indent="0" defTabSz="457200">
              <a:lnSpc>
                <a:spcPct val="100000"/>
              </a:lnSpc>
              <a:spcBef>
                <a:spcPts val="281"/>
              </a:spcBef>
              <a:buNone/>
              <a:tabLst>
                <a:tab algn="l" pos="0"/>
              </a:tabLst>
            </a:pPr>
            <a:r>
              <a:rPr b="0" lang="en-US" sz="1400" spc="-1" strike="noStrike">
                <a:solidFill>
                  <a:schemeClr val="dk1"/>
                </a:solidFill>
                <a:latin typeface="Calibri"/>
              </a:rPr>
              <a:t>Click to edit Master text styles</a:t>
            </a:r>
            <a:endParaRPr b="0" lang="en-US" sz="1400" spc="-1" strike="noStrike">
              <a:solidFill>
                <a:schemeClr val="dk1"/>
              </a:solidFill>
              <a:latin typeface="Calibri"/>
            </a:endParaRPr>
          </a:p>
        </p:txBody>
      </p:sp>
      <p:sp>
        <p:nvSpPr>
          <p:cNvPr id="64" name="PlaceHolder 4"/>
          <p:cNvSpPr>
            <a:spLocks noGrp="1"/>
          </p:cNvSpPr>
          <p:nvPr>
            <p:ph type="dt" idx="31"/>
          </p:nvPr>
        </p:nvSpPr>
        <p:spPr>
          <a:xfrm>
            <a:off x="457200" y="6356520"/>
            <a:ext cx="2133360" cy="364680"/>
          </a:xfrm>
          <a:prstGeom prst="rect">
            <a:avLst/>
          </a:prstGeom>
          <a:noFill/>
          <a:ln w="0">
            <a:noFill/>
          </a:ln>
        </p:spPr>
        <p:txBody>
          <a:bodyPr lIns="91440" rIns="91440" tIns="45720" bIns="45720" anchor="ctr">
            <a:noAutofit/>
          </a:bodyPr>
          <a:lstStyle>
            <a:lvl1pPr indent="0" defTabSz="457200">
              <a:lnSpc>
                <a:spcPct val="100000"/>
              </a:lnSpc>
              <a:buNone/>
              <a:defRPr b="0" lang="en-US" sz="1200" spc="-1" strike="noStrike">
                <a:solidFill>
                  <a:schemeClr val="dk1">
                    <a:tint val="75000"/>
                  </a:schemeClr>
                </a:solidFill>
                <a:latin typeface="Calibri"/>
              </a:defRPr>
            </a:lvl1pPr>
          </a:lstStyle>
          <a:p>
            <a:pPr indent="0" defTabSz="457200">
              <a:lnSpc>
                <a:spcPct val="100000"/>
              </a:lnSpc>
              <a:buNone/>
            </a:pPr>
            <a:r>
              <a:rPr b="0" lang="en-US" sz="1200" spc="-1" strike="noStrike">
                <a:solidFill>
                  <a:schemeClr val="dk1">
                    <a:tint val="75000"/>
                  </a:schemeClr>
                </a:solidFill>
                <a:latin typeface="Calibri"/>
              </a:rPr>
              <a:t>&lt;date/time&gt;</a:t>
            </a:r>
            <a:endParaRPr b="0" lang="en-US" sz="1200" spc="-1" strike="noStrike">
              <a:solidFill>
                <a:srgbClr val="000000"/>
              </a:solidFill>
              <a:latin typeface="Times New Roman"/>
            </a:endParaRPr>
          </a:p>
        </p:txBody>
      </p:sp>
      <p:sp>
        <p:nvSpPr>
          <p:cNvPr id="65" name="PlaceHolder 5"/>
          <p:cNvSpPr>
            <a:spLocks noGrp="1"/>
          </p:cNvSpPr>
          <p:nvPr>
            <p:ph type="ftr" idx="32"/>
          </p:nvPr>
        </p:nvSpPr>
        <p:spPr>
          <a:xfrm>
            <a:off x="3124080" y="6356520"/>
            <a:ext cx="2895120" cy="364680"/>
          </a:xfrm>
          <a:prstGeom prst="rect">
            <a:avLst/>
          </a:prstGeom>
          <a:noFill/>
          <a:ln w="0">
            <a:noFill/>
          </a:ln>
        </p:spPr>
        <p:txBody>
          <a:bodyPr lIns="91440" rIns="91440" tIns="45720" bIns="45720" anchor="ctr">
            <a:noAutofit/>
          </a:bodyPr>
          <a:lstStyle>
            <a:lvl1pPr indent="0" algn="ctr">
              <a:buNone/>
              <a:defRPr b="0" lang="en-US" sz="1400" spc="-1" strike="noStrike">
                <a:solidFill>
                  <a:srgbClr val="000000"/>
                </a:solidFill>
                <a:latin typeface="Times New Roman"/>
              </a:defRPr>
            </a:lvl1pPr>
          </a:lstStyle>
          <a:p>
            <a:pPr indent="0" algn="ctr">
              <a:buNone/>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6" name="PlaceHolder 6"/>
          <p:cNvSpPr>
            <a:spLocks noGrp="1"/>
          </p:cNvSpPr>
          <p:nvPr>
            <p:ph type="sldNum" idx="33"/>
          </p:nvPr>
        </p:nvSpPr>
        <p:spPr>
          <a:xfrm>
            <a:off x="6553080" y="6356520"/>
            <a:ext cx="2133360" cy="364680"/>
          </a:xfrm>
          <a:prstGeom prst="rect">
            <a:avLst/>
          </a:prstGeom>
          <a:noFill/>
          <a:ln w="0">
            <a:noFill/>
          </a:ln>
        </p:spPr>
        <p:txBody>
          <a:bodyPr lIns="91440" rIns="91440" tIns="45720" bIns="45720" anchor="ctr">
            <a:noAutofit/>
          </a:bodyPr>
          <a:lstStyle>
            <a:lvl1pPr indent="0" algn="r" defTabSz="457200">
              <a:lnSpc>
                <a:spcPct val="100000"/>
              </a:lnSpc>
              <a:buNone/>
              <a:defRPr b="0" lang="en-US" sz="1200" spc="-1" strike="noStrike">
                <a:solidFill>
                  <a:schemeClr val="dk1">
                    <a:tint val="75000"/>
                  </a:schemeClr>
                </a:solidFill>
                <a:latin typeface="Calibri"/>
              </a:defRPr>
            </a:lvl1pPr>
          </a:lstStyle>
          <a:p>
            <a:pPr indent="0" algn="r" defTabSz="457200">
              <a:lnSpc>
                <a:spcPct val="100000"/>
              </a:lnSpc>
              <a:buNone/>
            </a:pPr>
            <a:fld id="{F04EA640-8142-48E0-87F6-9545CBBE5F3A}" type="slidenum">
              <a:rPr b="0" lang="en-US" sz="1200" spc="-1" strike="noStrike">
                <a:solidFill>
                  <a:schemeClr val="dk1">
                    <a:tint val="75000"/>
                  </a:schemeClr>
                </a:solidFill>
                <a:latin typeface="Calibri"/>
              </a:rPr>
              <a:t>&lt;number&gt;</a:t>
            </a:fld>
            <a:endParaRPr b="0" lang="en-US" sz="12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669" r:id="rId2"/>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image" Target="../media/image2.jpeg"/><Relationship Id="rId3" Type="http://schemas.openxmlformats.org/officeDocument/2006/relationships/slideLayout" Target="../slideLayouts/slideLayout9.xml"/><Relationship Id="rId4"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9.xml"/><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9.xml"/><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9.xml"/><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9.xml"/><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9.xml"/><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9.xml"/><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9.xml"/><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9.xml"/><Relationship Id="rId3" Type="http://schemas.openxmlformats.org/officeDocument/2006/relationships/notesSlide" Target="../notesSlides/notesSlide1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73"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pic>
        <p:nvPicPr>
          <p:cNvPr id="74" name="Picture 2" descr="falcon-concept-visualization.png"/>
          <p:cNvPicPr/>
          <p:nvPr/>
        </p:nvPicPr>
        <p:blipFill>
          <a:blip r:embed="rId1"/>
          <a:srcRect l="0" t="24" r="0" b="24"/>
          <a:stretch/>
        </p:blipFill>
        <p:spPr>
          <a:xfrm>
            <a:off x="1753200" y="0"/>
            <a:ext cx="12191400" cy="6857640"/>
          </a:xfrm>
          <a:prstGeom prst="rect">
            <a:avLst/>
          </a:prstGeom>
          <a:ln w="0">
            <a:noFill/>
          </a:ln>
        </p:spPr>
      </p:pic>
      <p:sp>
        <p:nvSpPr>
          <p:cNvPr id="75" name="Rectangle 3"/>
          <p:cNvSpPr/>
          <p:nvPr/>
        </p:nvSpPr>
        <p:spPr>
          <a:xfrm>
            <a:off x="0" y="0"/>
            <a:ext cx="6766200" cy="6857640"/>
          </a:xfrm>
          <a:prstGeom prst="rect">
            <a:avLst/>
          </a:prstGeom>
          <a:solidFill>
            <a:srgbClr val="05192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pic>
        <p:nvPicPr>
          <p:cNvPr id="76" name="Picture 4" descr="falcon-logo.jpg"/>
          <p:cNvPicPr/>
          <p:nvPr/>
        </p:nvPicPr>
        <p:blipFill>
          <a:blip r:embed="rId2"/>
          <a:stretch/>
        </p:blipFill>
        <p:spPr>
          <a:xfrm>
            <a:off x="640080" y="502920"/>
            <a:ext cx="749520" cy="749520"/>
          </a:xfrm>
          <a:prstGeom prst="rect">
            <a:avLst/>
          </a:prstGeom>
          <a:ln w="0">
            <a:noFill/>
          </a:ln>
        </p:spPr>
      </p:pic>
      <p:sp>
        <p:nvSpPr>
          <p:cNvPr id="77" name="TextBox 5"/>
          <p:cNvSpPr/>
          <p:nvPr/>
        </p:nvSpPr>
        <p:spPr>
          <a:xfrm>
            <a:off x="640080" y="1600200"/>
            <a:ext cx="5668920" cy="621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3600" spc="-1" strike="noStrike">
                <a:solidFill>
                  <a:srgbClr val="eff7f7"/>
                </a:solidFill>
                <a:latin typeface="Aptos"/>
              </a:rPr>
              <a:t>PROJECT FALCON</a:t>
            </a:r>
            <a:endParaRPr b="0" lang="en-US" sz="3600" spc="-1" strike="noStrike">
              <a:solidFill>
                <a:srgbClr val="ffffff"/>
              </a:solidFill>
              <a:latin typeface="Arial"/>
            </a:endParaRPr>
          </a:p>
        </p:txBody>
      </p:sp>
      <p:sp>
        <p:nvSpPr>
          <p:cNvPr id="78" name="TextBox 6"/>
          <p:cNvSpPr/>
          <p:nvPr/>
        </p:nvSpPr>
        <p:spPr>
          <a:xfrm>
            <a:off x="658440" y="2331720"/>
            <a:ext cx="5303160" cy="7131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100" spc="-1" strike="noStrike">
                <a:solidFill>
                  <a:srgbClr val="70cbd3"/>
                </a:solidFill>
                <a:latin typeface="Aptos"/>
              </a:rPr>
              <a:t>Fullbright College's AI-powered</a:t>
            </a:r>
            <a:br>
              <a:rPr sz="2100"/>
            </a:br>
            <a:r>
              <a:rPr b="1" lang="en-US" sz="2100" spc="-1" strike="noStrike">
                <a:solidFill>
                  <a:srgbClr val="70cbd3"/>
                </a:solidFill>
                <a:latin typeface="Aptos"/>
              </a:rPr>
              <a:t>Live Coastal Observation Network</a:t>
            </a:r>
            <a:endParaRPr b="0" lang="en-US" sz="2100" spc="-1" strike="noStrike">
              <a:solidFill>
                <a:srgbClr val="ffffff"/>
              </a:solidFill>
              <a:latin typeface="Arial"/>
            </a:endParaRPr>
          </a:p>
        </p:txBody>
      </p:sp>
      <p:sp>
        <p:nvSpPr>
          <p:cNvPr id="79" name="TextBox 7"/>
          <p:cNvSpPr/>
          <p:nvPr/>
        </p:nvSpPr>
        <p:spPr>
          <a:xfrm>
            <a:off x="658440" y="3566160"/>
            <a:ext cx="5257440" cy="8042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600" spc="-1" strike="noStrike">
                <a:solidFill>
                  <a:srgbClr val="eff7f7"/>
                </a:solidFill>
                <a:latin typeface="Aptos"/>
              </a:rPr>
              <a:t>An affordable solar-powered smart buoy for localized coastal monitoring, edge processing, and responsible short-horizon prediction research.</a:t>
            </a:r>
            <a:endParaRPr b="0" lang="en-US" sz="1600" spc="-1" strike="noStrike">
              <a:solidFill>
                <a:srgbClr val="ffffff"/>
              </a:solidFill>
              <a:latin typeface="Arial"/>
            </a:endParaRPr>
          </a:p>
        </p:txBody>
      </p:sp>
      <p:sp>
        <p:nvSpPr>
          <p:cNvPr id="80" name="Rounded Rectangle 8"/>
          <p:cNvSpPr/>
          <p:nvPr/>
        </p:nvSpPr>
        <p:spPr>
          <a:xfrm>
            <a:off x="658440" y="5074920"/>
            <a:ext cx="3931560" cy="502560"/>
          </a:xfrm>
          <a:prstGeom prst="roundRect">
            <a:avLst>
              <a:gd name="adj" fmla="val 12000"/>
            </a:avLst>
          </a:prstGeom>
          <a:solidFill>
            <a:srgbClr val="12434c"/>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1" name="TextBox 9"/>
          <p:cNvSpPr/>
          <p:nvPr/>
        </p:nvSpPr>
        <p:spPr>
          <a:xfrm>
            <a:off x="822960" y="5230440"/>
            <a:ext cx="3611520" cy="210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900" spc="-1" strike="noStrike">
                <a:solidFill>
                  <a:srgbClr val="eff7f7"/>
                </a:solidFill>
                <a:latin typeface="Aptos"/>
              </a:rPr>
              <a:t>IDEA • SOFTWARE PROTOTYPE • FUNDING PROPOSAL</a:t>
            </a:r>
            <a:endParaRPr b="0" lang="en-US" sz="900" spc="-1" strike="noStrike">
              <a:solidFill>
                <a:srgbClr val="ffffff"/>
              </a:solidFill>
              <a:latin typeface="Arial"/>
            </a:endParaRPr>
          </a:p>
        </p:txBody>
      </p:sp>
      <p:sp>
        <p:nvSpPr>
          <p:cNvPr id="82" name="TextBox 10"/>
          <p:cNvSpPr/>
          <p:nvPr/>
        </p:nvSpPr>
        <p:spPr>
          <a:xfrm>
            <a:off x="9509760" y="6236280"/>
            <a:ext cx="214848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83"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84"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WHY THIS MATTERS</a:t>
            </a:r>
            <a:endParaRPr b="0" lang="en-US" sz="1000" spc="-1" strike="noStrike">
              <a:solidFill>
                <a:srgbClr val="ffffff"/>
              </a:solidFill>
              <a:latin typeface="Arial"/>
            </a:endParaRPr>
          </a:p>
        </p:txBody>
      </p:sp>
      <p:sp>
        <p:nvSpPr>
          <p:cNvPr id="85"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gap is affordable, site-specific coastal observation</a:t>
            </a:r>
            <a:endParaRPr b="0" lang="en-US" sz="2700" spc="-1" strike="noStrike">
              <a:solidFill>
                <a:srgbClr val="ffffff"/>
              </a:solidFill>
              <a:latin typeface="Arial"/>
            </a:endParaRPr>
          </a:p>
        </p:txBody>
      </p:sp>
      <p:sp>
        <p:nvSpPr>
          <p:cNvPr id="86"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02</a:t>
            </a:r>
            <a:endParaRPr b="0" lang="en-US" sz="1100" spc="-1" strike="noStrike">
              <a:solidFill>
                <a:srgbClr val="ffffff"/>
              </a:solidFill>
              <a:latin typeface="Arial"/>
            </a:endParaRPr>
          </a:p>
        </p:txBody>
      </p:sp>
      <p:sp>
        <p:nvSpPr>
          <p:cNvPr id="87"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88" name="Rounded Rectangle 6"/>
          <p:cNvSpPr/>
          <p:nvPr/>
        </p:nvSpPr>
        <p:spPr>
          <a:xfrm>
            <a:off x="502920" y="1508760"/>
            <a:ext cx="3520080" cy="18741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89" name="TextBox 7"/>
          <p:cNvSpPr/>
          <p:nvPr/>
        </p:nvSpPr>
        <p:spPr>
          <a:xfrm>
            <a:off x="70416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90" name="TextBox 8"/>
          <p:cNvSpPr/>
          <p:nvPr/>
        </p:nvSpPr>
        <p:spPr>
          <a:xfrm>
            <a:off x="1188720" y="1691640"/>
            <a:ext cx="26514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Localized conditions</a:t>
            </a:r>
            <a:endParaRPr b="0" lang="en-US" sz="1500" spc="-1" strike="noStrike">
              <a:solidFill>
                <a:srgbClr val="ffffff"/>
              </a:solidFill>
              <a:latin typeface="Arial"/>
            </a:endParaRPr>
          </a:p>
        </p:txBody>
      </p:sp>
      <p:sp>
        <p:nvSpPr>
          <p:cNvPr id="91" name="TextBox 9"/>
          <p:cNvSpPr/>
          <p:nvPr/>
        </p:nvSpPr>
        <p:spPr>
          <a:xfrm>
            <a:off x="731520" y="2167200"/>
            <a:ext cx="30628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 wide-area forecast may not describe the exact near-shore research or launch site.</a:t>
            </a:r>
            <a:endParaRPr b="0" lang="en-US" sz="1100" spc="-1" strike="noStrike">
              <a:solidFill>
                <a:srgbClr val="ffffff"/>
              </a:solidFill>
              <a:latin typeface="Arial"/>
            </a:endParaRPr>
          </a:p>
        </p:txBody>
      </p:sp>
      <p:sp>
        <p:nvSpPr>
          <p:cNvPr id="92" name="Rounded Rectangle 10"/>
          <p:cNvSpPr/>
          <p:nvPr/>
        </p:nvSpPr>
        <p:spPr>
          <a:xfrm>
            <a:off x="4325040" y="1508760"/>
            <a:ext cx="3520080" cy="18741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3" name="TextBox 11"/>
          <p:cNvSpPr/>
          <p:nvPr/>
        </p:nvSpPr>
        <p:spPr>
          <a:xfrm>
            <a:off x="452628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94" name="TextBox 12"/>
          <p:cNvSpPr/>
          <p:nvPr/>
        </p:nvSpPr>
        <p:spPr>
          <a:xfrm>
            <a:off x="5010840" y="1691640"/>
            <a:ext cx="26514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Access and cost</a:t>
            </a:r>
            <a:endParaRPr b="0" lang="en-US" sz="1500" spc="-1" strike="noStrike">
              <a:solidFill>
                <a:srgbClr val="ffffff"/>
              </a:solidFill>
              <a:latin typeface="Arial"/>
            </a:endParaRPr>
          </a:p>
        </p:txBody>
      </p:sp>
      <p:sp>
        <p:nvSpPr>
          <p:cNvPr id="95" name="TextBox 13"/>
          <p:cNvSpPr/>
          <p:nvPr/>
        </p:nvSpPr>
        <p:spPr>
          <a:xfrm>
            <a:off x="4553640" y="2167200"/>
            <a:ext cx="306288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Professional oceanographic systems can be difficult for small institutions to acquire and maintain.</a:t>
            </a:r>
            <a:endParaRPr b="0" lang="en-US" sz="1100" spc="-1" strike="noStrike">
              <a:solidFill>
                <a:srgbClr val="ffffff"/>
              </a:solidFill>
              <a:latin typeface="Arial"/>
            </a:endParaRPr>
          </a:p>
        </p:txBody>
      </p:sp>
      <p:sp>
        <p:nvSpPr>
          <p:cNvPr id="96" name="Rounded Rectangle 14"/>
          <p:cNvSpPr/>
          <p:nvPr/>
        </p:nvSpPr>
        <p:spPr>
          <a:xfrm>
            <a:off x="8138160" y="1508760"/>
            <a:ext cx="3520080" cy="18741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97" name="TextBox 15"/>
          <p:cNvSpPr/>
          <p:nvPr/>
        </p:nvSpPr>
        <p:spPr>
          <a:xfrm>
            <a:off x="833940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98" name="TextBox 16"/>
          <p:cNvSpPr/>
          <p:nvPr/>
        </p:nvSpPr>
        <p:spPr>
          <a:xfrm>
            <a:off x="8823960" y="1691640"/>
            <a:ext cx="26514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Operational limits</a:t>
            </a:r>
            <a:endParaRPr b="0" lang="en-US" sz="1500" spc="-1" strike="noStrike">
              <a:solidFill>
                <a:srgbClr val="ffffff"/>
              </a:solidFill>
              <a:latin typeface="Arial"/>
            </a:endParaRPr>
          </a:p>
        </p:txBody>
      </p:sp>
      <p:sp>
        <p:nvSpPr>
          <p:cNvPr id="99" name="TextBox 17"/>
          <p:cNvSpPr/>
          <p:nvPr/>
        </p:nvSpPr>
        <p:spPr>
          <a:xfrm>
            <a:off x="8366760" y="2167200"/>
            <a:ext cx="306288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Connectivity, power, maintenance, and equipment displacement complicate continuous monitoring.</a:t>
            </a:r>
            <a:endParaRPr b="0" lang="en-US" sz="1100" spc="-1" strike="noStrike">
              <a:solidFill>
                <a:srgbClr val="ffffff"/>
              </a:solidFill>
              <a:latin typeface="Arial"/>
            </a:endParaRPr>
          </a:p>
        </p:txBody>
      </p:sp>
      <p:sp>
        <p:nvSpPr>
          <p:cNvPr id="100" name="Rounded Rectangle 18"/>
          <p:cNvSpPr/>
          <p:nvPr/>
        </p:nvSpPr>
        <p:spPr>
          <a:xfrm>
            <a:off x="502920" y="3794760"/>
            <a:ext cx="11155320" cy="1572480"/>
          </a:xfrm>
          <a:prstGeom prst="roundRect">
            <a:avLst>
              <a:gd name="adj" fmla="val 12000"/>
            </a:avLst>
          </a:prstGeom>
          <a:solidFill>
            <a:srgbClr val="0a252f"/>
          </a:solidFill>
          <a:ln>
            <a:solidFill>
              <a:srgbClr val="36646d"/>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01" name="TextBox 19"/>
          <p:cNvSpPr/>
          <p:nvPr/>
        </p:nvSpPr>
        <p:spPr>
          <a:xfrm>
            <a:off x="822960" y="4114800"/>
            <a:ext cx="201132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100" spc="-1" strike="noStrike">
                <a:solidFill>
                  <a:srgbClr val="58bec2"/>
                </a:solidFill>
                <a:latin typeface="Aptos"/>
              </a:rPr>
              <a:t>THE RESEARCH QUESTION</a:t>
            </a:r>
            <a:endParaRPr b="0" lang="en-US" sz="1100" spc="-1" strike="noStrike">
              <a:solidFill>
                <a:srgbClr val="ffffff"/>
              </a:solidFill>
              <a:latin typeface="Arial"/>
            </a:endParaRPr>
          </a:p>
        </p:txBody>
      </p:sp>
      <p:sp>
        <p:nvSpPr>
          <p:cNvPr id="102" name="TextBox 20"/>
          <p:cNvSpPr/>
          <p:nvPr/>
        </p:nvSpPr>
        <p:spPr>
          <a:xfrm>
            <a:off x="822960" y="4275360"/>
            <a:ext cx="10149480" cy="112356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eff7f7"/>
                </a:solidFill>
                <a:latin typeface="Aptos"/>
              </a:rPr>
              <a:t>Can a modular, local-first buoy provide useful coastal observations at a defined Palawan pilot site—at a cost and complexity a small institution can manage?</a:t>
            </a:r>
            <a:endParaRPr b="0" lang="en-US" sz="2300" spc="-1" strike="noStrike">
              <a:solidFill>
                <a:srgbClr val="ffffff"/>
              </a:solidFill>
              <a:latin typeface="Arial"/>
            </a:endParaRPr>
          </a:p>
        </p:txBody>
      </p:sp>
      <p:sp>
        <p:nvSpPr>
          <p:cNvPr id="103" name="TextBox 21"/>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04" name="TextBox 22"/>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05"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06"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PROPOSED SOLUTION</a:t>
            </a:r>
            <a:endParaRPr b="0" lang="en-US" sz="1000" spc="-1" strike="noStrike">
              <a:solidFill>
                <a:srgbClr val="ffffff"/>
              </a:solidFill>
              <a:latin typeface="Arial"/>
            </a:endParaRPr>
          </a:p>
        </p:txBody>
      </p:sp>
      <p:sp>
        <p:nvSpPr>
          <p:cNvPr id="107"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A local-first smart coastal observation buoy</a:t>
            </a:r>
            <a:endParaRPr b="0" lang="en-US" sz="2700" spc="-1" strike="noStrike">
              <a:solidFill>
                <a:srgbClr val="ffffff"/>
              </a:solidFill>
              <a:latin typeface="Arial"/>
            </a:endParaRPr>
          </a:p>
        </p:txBody>
      </p:sp>
      <p:sp>
        <p:nvSpPr>
          <p:cNvPr id="108"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03</a:t>
            </a:r>
            <a:endParaRPr b="0" lang="en-US" sz="1100" spc="-1" strike="noStrike">
              <a:solidFill>
                <a:srgbClr val="ffffff"/>
              </a:solidFill>
              <a:latin typeface="Arial"/>
            </a:endParaRPr>
          </a:p>
        </p:txBody>
      </p:sp>
      <p:sp>
        <p:nvSpPr>
          <p:cNvPr id="109"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10" name="Picture 6" descr="falcon-concept-visualization.png"/>
          <p:cNvPicPr/>
          <p:nvPr/>
        </p:nvPicPr>
        <p:blipFill>
          <a:blip r:embed="rId1"/>
          <a:srcRect l="13735" t="0" r="13735" b="0"/>
          <a:stretch/>
        </p:blipFill>
        <p:spPr>
          <a:xfrm>
            <a:off x="502920" y="1417320"/>
            <a:ext cx="5714640" cy="4434480"/>
          </a:xfrm>
          <a:prstGeom prst="rect">
            <a:avLst/>
          </a:prstGeom>
          <a:ln w="0">
            <a:noFill/>
          </a:ln>
        </p:spPr>
      </p:pic>
      <p:sp>
        <p:nvSpPr>
          <p:cNvPr id="111" name="TextBox 7"/>
          <p:cNvSpPr/>
          <p:nvPr/>
        </p:nvSpPr>
        <p:spPr>
          <a:xfrm>
            <a:off x="658440" y="5596200"/>
            <a:ext cx="219420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
        <p:nvSpPr>
          <p:cNvPr id="112" name="TextBox 8"/>
          <p:cNvSpPr/>
          <p:nvPr/>
        </p:nvSpPr>
        <p:spPr>
          <a:xfrm>
            <a:off x="2880360" y="5596200"/>
            <a:ext cx="315432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Actual interactive model available: FALCON-01.glb</a:t>
            </a:r>
            <a:endParaRPr b="0" lang="en-US" sz="800" spc="-1" strike="noStrike">
              <a:solidFill>
                <a:srgbClr val="ffffff"/>
              </a:solidFill>
              <a:latin typeface="Arial"/>
            </a:endParaRPr>
          </a:p>
        </p:txBody>
      </p:sp>
      <p:sp>
        <p:nvSpPr>
          <p:cNvPr id="113" name="Rounded Rectangle 9"/>
          <p:cNvSpPr/>
          <p:nvPr/>
        </p:nvSpPr>
        <p:spPr>
          <a:xfrm>
            <a:off x="3246120" y="4316040"/>
            <a:ext cx="2486880" cy="383760"/>
          </a:xfrm>
          <a:prstGeom prst="roundRect">
            <a:avLst>
              <a:gd name="adj" fmla="val 12000"/>
            </a:avLst>
          </a:prstGeom>
          <a:solidFill>
            <a:srgbClr val="0a2a33"/>
          </a:solidFill>
          <a:ln>
            <a:solidFill>
              <a:srgbClr val="70cbd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4" name="TextBox 10"/>
          <p:cNvSpPr/>
          <p:nvPr/>
        </p:nvSpPr>
        <p:spPr>
          <a:xfrm>
            <a:off x="3401640" y="4434840"/>
            <a:ext cx="2175840" cy="21060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900" spc="-1" strike="noStrike">
                <a:solidFill>
                  <a:srgbClr val="eff7f7"/>
                </a:solidFill>
                <a:latin typeface="Aptos"/>
              </a:rPr>
              <a:t>UPPER ELECTRONICS POD</a:t>
            </a:r>
            <a:endParaRPr b="0" lang="en-US" sz="900" spc="-1" strike="noStrike">
              <a:solidFill>
                <a:srgbClr val="ffffff"/>
              </a:solidFill>
              <a:latin typeface="Arial"/>
            </a:endParaRPr>
          </a:p>
        </p:txBody>
      </p:sp>
      <p:sp>
        <p:nvSpPr>
          <p:cNvPr id="115" name="Rounded Rectangle 11"/>
          <p:cNvSpPr/>
          <p:nvPr/>
        </p:nvSpPr>
        <p:spPr>
          <a:xfrm>
            <a:off x="6537960" y="1417320"/>
            <a:ext cx="5120280" cy="959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16" name="TextBox 12"/>
          <p:cNvSpPr/>
          <p:nvPr/>
        </p:nvSpPr>
        <p:spPr>
          <a:xfrm>
            <a:off x="6739200" y="15624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17" name="TextBox 13"/>
          <p:cNvSpPr/>
          <p:nvPr/>
        </p:nvSpPr>
        <p:spPr>
          <a:xfrm>
            <a:off x="7223760" y="1600200"/>
            <a:ext cx="4251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Measure</a:t>
            </a:r>
            <a:endParaRPr b="0" lang="en-US" sz="1500" spc="-1" strike="noStrike">
              <a:solidFill>
                <a:srgbClr val="ffffff"/>
              </a:solidFill>
              <a:latin typeface="Arial"/>
            </a:endParaRPr>
          </a:p>
        </p:txBody>
      </p:sp>
      <p:sp>
        <p:nvSpPr>
          <p:cNvPr id="118" name="TextBox 14"/>
          <p:cNvSpPr/>
          <p:nvPr/>
        </p:nvSpPr>
        <p:spPr>
          <a:xfrm>
            <a:off x="6766560" y="2075760"/>
            <a:ext cx="466308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Motion, water pressure, wind, GPS, temperature, battery and solar.</a:t>
            </a:r>
            <a:endParaRPr b="0" lang="en-US" sz="1100" spc="-1" strike="noStrike">
              <a:solidFill>
                <a:srgbClr val="ffffff"/>
              </a:solidFill>
              <a:latin typeface="Arial"/>
            </a:endParaRPr>
          </a:p>
        </p:txBody>
      </p:sp>
      <p:sp>
        <p:nvSpPr>
          <p:cNvPr id="119" name="Rounded Rectangle 15"/>
          <p:cNvSpPr/>
          <p:nvPr/>
        </p:nvSpPr>
        <p:spPr>
          <a:xfrm>
            <a:off x="6537960" y="2541960"/>
            <a:ext cx="5120280" cy="111528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0" name="TextBox 16"/>
          <p:cNvSpPr/>
          <p:nvPr/>
        </p:nvSpPr>
        <p:spPr>
          <a:xfrm>
            <a:off x="6739200" y="26870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121" name="TextBox 17"/>
          <p:cNvSpPr/>
          <p:nvPr/>
        </p:nvSpPr>
        <p:spPr>
          <a:xfrm>
            <a:off x="7223760" y="2724840"/>
            <a:ext cx="4251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Process locally</a:t>
            </a:r>
            <a:endParaRPr b="0" lang="en-US" sz="1500" spc="-1" strike="noStrike">
              <a:solidFill>
                <a:srgbClr val="ffffff"/>
              </a:solidFill>
              <a:latin typeface="Arial"/>
            </a:endParaRPr>
          </a:p>
        </p:txBody>
      </p:sp>
      <p:sp>
        <p:nvSpPr>
          <p:cNvPr id="122" name="TextBox 18"/>
          <p:cNvSpPr/>
          <p:nvPr/>
        </p:nvSpPr>
        <p:spPr>
          <a:xfrm>
            <a:off x="6766560" y="3200400"/>
            <a:ext cx="4663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ESP32 reads sensors; Orange Pi stores, processes, serves the API, and hosts the dashboard.</a:t>
            </a:r>
            <a:endParaRPr b="0" lang="en-US" sz="1100" spc="-1" strike="noStrike">
              <a:solidFill>
                <a:srgbClr val="ffffff"/>
              </a:solidFill>
              <a:latin typeface="Arial"/>
            </a:endParaRPr>
          </a:p>
        </p:txBody>
      </p:sp>
      <p:sp>
        <p:nvSpPr>
          <p:cNvPr id="123" name="Rounded Rectangle 19"/>
          <p:cNvSpPr/>
          <p:nvPr/>
        </p:nvSpPr>
        <p:spPr>
          <a:xfrm>
            <a:off x="6537960" y="3822120"/>
            <a:ext cx="5120280" cy="111528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4" name="TextBox 20"/>
          <p:cNvSpPr/>
          <p:nvPr/>
        </p:nvSpPr>
        <p:spPr>
          <a:xfrm>
            <a:off x="6739200" y="39672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125" name="TextBox 21"/>
          <p:cNvSpPr/>
          <p:nvPr/>
        </p:nvSpPr>
        <p:spPr>
          <a:xfrm>
            <a:off x="7223760" y="4005000"/>
            <a:ext cx="4251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Display and alert</a:t>
            </a:r>
            <a:endParaRPr b="0" lang="en-US" sz="1500" spc="-1" strike="noStrike">
              <a:solidFill>
                <a:srgbClr val="ffffff"/>
              </a:solidFill>
              <a:latin typeface="Arial"/>
            </a:endParaRPr>
          </a:p>
        </p:txBody>
      </p:sp>
      <p:sp>
        <p:nvSpPr>
          <p:cNvPr id="126" name="TextBox 22"/>
          <p:cNvSpPr/>
          <p:nvPr/>
        </p:nvSpPr>
        <p:spPr>
          <a:xfrm>
            <a:off x="6766560" y="4480560"/>
            <a:ext cx="4663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Responsive dashboard presents live values, history, system health, and abnormal displacement alerts.</a:t>
            </a:r>
            <a:endParaRPr b="0" lang="en-US" sz="1100" spc="-1" strike="noStrike">
              <a:solidFill>
                <a:srgbClr val="ffffff"/>
              </a:solidFill>
              <a:latin typeface="Arial"/>
            </a:endParaRPr>
          </a:p>
        </p:txBody>
      </p:sp>
      <p:sp>
        <p:nvSpPr>
          <p:cNvPr id="127" name="Rounded Rectangle 23"/>
          <p:cNvSpPr/>
          <p:nvPr/>
        </p:nvSpPr>
        <p:spPr>
          <a:xfrm>
            <a:off x="6537960" y="5102280"/>
            <a:ext cx="5120280" cy="959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28" name="TextBox 24"/>
          <p:cNvSpPr/>
          <p:nvPr/>
        </p:nvSpPr>
        <p:spPr>
          <a:xfrm>
            <a:off x="6739200" y="524736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129" name="TextBox 25"/>
          <p:cNvSpPr/>
          <p:nvPr/>
        </p:nvSpPr>
        <p:spPr>
          <a:xfrm>
            <a:off x="7223760" y="5285160"/>
            <a:ext cx="425160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Research prediction</a:t>
            </a:r>
            <a:endParaRPr b="0" lang="en-US" sz="1500" spc="-1" strike="noStrike">
              <a:solidFill>
                <a:srgbClr val="ffffff"/>
              </a:solidFill>
              <a:latin typeface="Arial"/>
            </a:endParaRPr>
          </a:p>
        </p:txBody>
      </p:sp>
      <p:sp>
        <p:nvSpPr>
          <p:cNvPr id="130" name="TextBox 26"/>
          <p:cNvSpPr/>
          <p:nvPr/>
        </p:nvSpPr>
        <p:spPr>
          <a:xfrm>
            <a:off x="6766560" y="5760720"/>
            <a:ext cx="466308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Field data will be collected before the model is trained, compared with a baseline, and validated.</a:t>
            </a:r>
            <a:endParaRPr b="0" lang="en-US" sz="1100" spc="-1" strike="noStrike">
              <a:solidFill>
                <a:srgbClr val="ffffff"/>
              </a:solidFill>
              <a:latin typeface="Arial"/>
            </a:endParaRPr>
          </a:p>
        </p:txBody>
      </p:sp>
      <p:sp>
        <p:nvSpPr>
          <p:cNvPr id="131" name="TextBox 2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32" name="TextBox 2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33"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pic>
        <p:nvPicPr>
          <p:cNvPr id="134" name="Picture 2" descr="falcon-upper-sensor-levels.png"/>
          <p:cNvPicPr/>
          <p:nvPr/>
        </p:nvPicPr>
        <p:blipFill>
          <a:blip r:embed="rId1"/>
          <a:stretch/>
        </p:blipFill>
        <p:spPr>
          <a:xfrm>
            <a:off x="0" y="0"/>
            <a:ext cx="12191400" cy="6857640"/>
          </a:xfrm>
          <a:prstGeom prst="rect">
            <a:avLst/>
          </a:prstGeom>
          <a:ln w="0">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35"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36"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HARDWARE CONCEPT</a:t>
            </a:r>
            <a:endParaRPr b="0" lang="en-US" sz="1000" spc="-1" strike="noStrike">
              <a:solidFill>
                <a:srgbClr val="ffffff"/>
              </a:solidFill>
              <a:latin typeface="Arial"/>
            </a:endParaRPr>
          </a:p>
        </p:txBody>
      </p:sp>
      <p:sp>
        <p:nvSpPr>
          <p:cNvPr id="137"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Selected sensors, controllers, and protected power flow</a:t>
            </a:r>
            <a:endParaRPr b="0" lang="en-US" sz="2700" spc="-1" strike="noStrike">
              <a:solidFill>
                <a:srgbClr val="ffffff"/>
              </a:solidFill>
              <a:latin typeface="Arial"/>
            </a:endParaRPr>
          </a:p>
        </p:txBody>
      </p:sp>
      <p:sp>
        <p:nvSpPr>
          <p:cNvPr id="138"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05</a:t>
            </a:r>
            <a:endParaRPr b="0" lang="en-US" sz="1100" spc="-1" strike="noStrike">
              <a:solidFill>
                <a:srgbClr val="ffffff"/>
              </a:solidFill>
              <a:latin typeface="Arial"/>
            </a:endParaRPr>
          </a:p>
        </p:txBody>
      </p:sp>
      <p:sp>
        <p:nvSpPr>
          <p:cNvPr id="139"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40" name="Picture 6" descr="electronics-wiring.png"/>
          <p:cNvPicPr/>
          <p:nvPr/>
        </p:nvPicPr>
        <p:blipFill>
          <a:blip r:embed="rId1"/>
          <a:srcRect l="0" t="0" r="0" b="0"/>
          <a:stretch/>
        </p:blipFill>
        <p:spPr>
          <a:xfrm>
            <a:off x="2414016" y="1307592"/>
            <a:ext cx="7365492" cy="4910328"/>
          </a:xfrm>
          <a:prstGeom prst="rect">
            <a:avLst/>
          </a:prstGeom>
          <a:ln w="0">
            <a:noFill/>
          </a:ln>
        </p:spPr>
      </p:pic>
      <p:sp>
        <p:nvSpPr>
          <p:cNvPr id="141" name="TextBox 7"/>
          <p:cNvSpPr/>
          <p:nvPr/>
        </p:nvSpPr>
        <p:spPr>
          <a:xfrm>
            <a:off x="567000" y="6236280"/>
            <a:ext cx="987516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800" spc="-1" strike="noStrike">
                <a:solidFill>
                  <a:srgbClr val="a6c2c6"/>
                </a:solidFill>
                <a:latin typeface="Aptos"/>
              </a:rPr>
              <a:t>Visual overview only • final wiring follows purchased-board datasheets and the approved pinout.</a:t>
            </a:r>
            <a:endParaRPr b="0" lang="en-US" sz="800" spc="-1" strike="noStrike">
              <a:solidFill>
                <a:srgbClr val="ffffff"/>
              </a:solidFill>
              <a:latin typeface="Arial"/>
            </a:endParaRPr>
          </a:p>
        </p:txBody>
      </p:sp>
      <p:sp>
        <p:nvSpPr>
          <p:cNvPr id="142" name="TextBox 8"/>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43" name="TextBox 9"/>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44"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45"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MAINTAINABLE ENCLOSURE</a:t>
            </a:r>
            <a:endParaRPr b="0" lang="en-US" sz="1000" spc="-1" strike="noStrike">
              <a:solidFill>
                <a:srgbClr val="ffffff"/>
              </a:solidFill>
              <a:latin typeface="Arial"/>
            </a:endParaRPr>
          </a:p>
        </p:txBody>
      </p:sp>
      <p:sp>
        <p:nvSpPr>
          <p:cNvPr id="146"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upper pod organizes electronics and labeled cables</a:t>
            </a:r>
            <a:endParaRPr b="0" lang="en-US" sz="2700" spc="-1" strike="noStrike">
              <a:solidFill>
                <a:srgbClr val="ffffff"/>
              </a:solidFill>
              <a:latin typeface="Arial"/>
            </a:endParaRPr>
          </a:p>
        </p:txBody>
      </p:sp>
      <p:sp>
        <p:nvSpPr>
          <p:cNvPr id="147"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06</a:t>
            </a:r>
            <a:endParaRPr b="0" lang="en-US" sz="1100" spc="-1" strike="noStrike">
              <a:solidFill>
                <a:srgbClr val="ffffff"/>
              </a:solidFill>
              <a:latin typeface="Arial"/>
            </a:endParaRPr>
          </a:p>
        </p:txBody>
      </p:sp>
      <p:sp>
        <p:nvSpPr>
          <p:cNvPr id="148"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49" name="Picture 6" descr="upper-electronics-maintenance.png"/>
          <p:cNvPicPr/>
          <p:nvPr/>
        </p:nvPicPr>
        <p:blipFill>
          <a:blip r:embed="rId1"/>
          <a:stretch/>
        </p:blipFill>
        <p:spPr>
          <a:xfrm>
            <a:off x="1600200" y="1307520"/>
            <a:ext cx="8979120" cy="5047200"/>
          </a:xfrm>
          <a:prstGeom prst="rect">
            <a:avLst/>
          </a:prstGeom>
          <a:ln w="0">
            <a:noFill/>
          </a:ln>
        </p:spPr>
      </p:pic>
      <p:sp>
        <p:nvSpPr>
          <p:cNvPr id="150" name="TextBox 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51" name="TextBox 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52"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53"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SYSTEM WORKFLOW</a:t>
            </a:r>
            <a:endParaRPr b="0" lang="en-US" sz="1000" spc="-1" strike="noStrike">
              <a:solidFill>
                <a:srgbClr val="ffffff"/>
              </a:solidFill>
              <a:latin typeface="Arial"/>
            </a:endParaRPr>
          </a:p>
        </p:txBody>
      </p:sp>
      <p:sp>
        <p:nvSpPr>
          <p:cNvPr id="154"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Sensors measure; ESP32 collects; Orange Pi explains</a:t>
            </a:r>
            <a:endParaRPr b="0" lang="en-US" sz="2700" spc="-1" strike="noStrike">
              <a:solidFill>
                <a:srgbClr val="ffffff"/>
              </a:solidFill>
              <a:latin typeface="Arial"/>
            </a:endParaRPr>
          </a:p>
        </p:txBody>
      </p:sp>
      <p:sp>
        <p:nvSpPr>
          <p:cNvPr id="155"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07</a:t>
            </a:r>
            <a:endParaRPr b="0" lang="en-US" sz="1100" spc="-1" strike="noStrike">
              <a:solidFill>
                <a:srgbClr val="ffffff"/>
              </a:solidFill>
              <a:latin typeface="Arial"/>
            </a:endParaRPr>
          </a:p>
        </p:txBody>
      </p:sp>
      <p:sp>
        <p:nvSpPr>
          <p:cNvPr id="156"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57" name="Picture 6" descr="system-architecture.png"/>
          <p:cNvPicPr/>
          <p:nvPr/>
        </p:nvPicPr>
        <p:blipFill>
          <a:blip r:embed="rId1"/>
          <a:srcRect l="0" t="7391" r="0" b="7391"/>
          <a:stretch/>
        </p:blipFill>
        <p:spPr>
          <a:xfrm>
            <a:off x="502920" y="1371600"/>
            <a:ext cx="11155320" cy="4891680"/>
          </a:xfrm>
          <a:prstGeom prst="rect">
            <a:avLst/>
          </a:prstGeom>
          <a:ln w="0">
            <a:noFill/>
          </a:ln>
        </p:spPr>
      </p:pic>
      <p:sp>
        <p:nvSpPr>
          <p:cNvPr id="158" name="TextBox 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59" name="TextBox 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60"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61"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CURRENT PROGRESS</a:t>
            </a:r>
            <a:endParaRPr b="0" lang="en-US" sz="1000" spc="-1" strike="noStrike">
              <a:solidFill>
                <a:srgbClr val="ffffff"/>
              </a:solidFill>
              <a:latin typeface="Arial"/>
            </a:endParaRPr>
          </a:p>
        </p:txBody>
      </p:sp>
      <p:sp>
        <p:nvSpPr>
          <p:cNvPr id="162"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A working software concept—not yet a field-validated buoy</a:t>
            </a:r>
            <a:endParaRPr b="0" lang="en-US" sz="2700" spc="-1" strike="noStrike">
              <a:solidFill>
                <a:srgbClr val="ffffff"/>
              </a:solidFill>
              <a:latin typeface="Arial"/>
            </a:endParaRPr>
          </a:p>
        </p:txBody>
      </p:sp>
      <p:sp>
        <p:nvSpPr>
          <p:cNvPr id="163"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08</a:t>
            </a:r>
            <a:endParaRPr b="0" lang="en-US" sz="1100" spc="-1" strike="noStrike">
              <a:solidFill>
                <a:srgbClr val="ffffff"/>
              </a:solidFill>
              <a:latin typeface="Arial"/>
            </a:endParaRPr>
          </a:p>
        </p:txBody>
      </p:sp>
      <p:sp>
        <p:nvSpPr>
          <p:cNvPr id="164"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165" name="Picture 6" descr="dashboard-overview.png"/>
          <p:cNvPicPr/>
          <p:nvPr/>
        </p:nvPicPr>
        <p:blipFill>
          <a:blip r:embed="rId1"/>
          <a:srcRect l="0" t="9621" r="0" b="9621"/>
          <a:stretch/>
        </p:blipFill>
        <p:spPr>
          <a:xfrm>
            <a:off x="502920" y="1389960"/>
            <a:ext cx="7040520" cy="4343040"/>
          </a:xfrm>
          <a:prstGeom prst="rect">
            <a:avLst/>
          </a:prstGeom>
          <a:ln w="0">
            <a:noFill/>
          </a:ln>
        </p:spPr>
      </p:pic>
      <p:sp>
        <p:nvSpPr>
          <p:cNvPr id="166" name="Rounded Rectangle 7"/>
          <p:cNvSpPr/>
          <p:nvPr/>
        </p:nvSpPr>
        <p:spPr>
          <a:xfrm>
            <a:off x="7818120" y="1389960"/>
            <a:ext cx="3840120" cy="226728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67" name="TextBox 8"/>
          <p:cNvSpPr/>
          <p:nvPr/>
        </p:nvSpPr>
        <p:spPr>
          <a:xfrm>
            <a:off x="8019360" y="15350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68" name="TextBox 9"/>
          <p:cNvSpPr/>
          <p:nvPr/>
        </p:nvSpPr>
        <p:spPr>
          <a:xfrm>
            <a:off x="8503920" y="1572840"/>
            <a:ext cx="29714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Already working</a:t>
            </a:r>
            <a:endParaRPr b="0" lang="en-US" sz="1500" spc="-1" strike="noStrike">
              <a:solidFill>
                <a:srgbClr val="ffffff"/>
              </a:solidFill>
              <a:latin typeface="Arial"/>
            </a:endParaRPr>
          </a:p>
        </p:txBody>
      </p:sp>
      <p:sp>
        <p:nvSpPr>
          <p:cNvPr id="169" name="TextBox 10"/>
          <p:cNvSpPr/>
          <p:nvPr/>
        </p:nvSpPr>
        <p:spPr>
          <a:xfrm>
            <a:off x="8046720" y="2048400"/>
            <a:ext cx="3382920" cy="9118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Responsive dashboard</a:t>
            </a:r>
            <a:br>
              <a:rPr sz="1100"/>
            </a:br>
            <a:r>
              <a:rPr b="0" lang="en-US" sz="1100" spc="-1" strike="noStrike">
                <a:solidFill>
                  <a:srgbClr val="a6c2c6"/>
                </a:solidFill>
                <a:latin typeface="Aptos"/>
              </a:rPr>
              <a:t>ESP32 firmware foundation</a:t>
            </a:r>
            <a:br>
              <a:rPr sz="1100"/>
            </a:br>
            <a:r>
              <a:rPr b="0" lang="en-US" sz="1100" spc="-1" strike="noStrike">
                <a:solidFill>
                  <a:srgbClr val="a6c2c6"/>
                </a:solidFill>
                <a:latin typeface="Aptos"/>
              </a:rPr>
              <a:t>Telemetry contract + simulator</a:t>
            </a:r>
            <a:br>
              <a:rPr sz="1100"/>
            </a:br>
            <a:r>
              <a:rPr b="0" lang="en-US" sz="1100" spc="-1" strike="noStrike">
                <a:solidFill>
                  <a:srgbClr val="a6c2c6"/>
                </a:solidFill>
                <a:latin typeface="Aptos"/>
              </a:rPr>
              <a:t>Python edge API + local database</a:t>
            </a:r>
            <a:br>
              <a:rPr sz="1100"/>
            </a:br>
            <a:r>
              <a:rPr b="0" lang="en-US" sz="1100" spc="-1" strike="noStrike">
                <a:solidFill>
                  <a:srgbClr val="a6c2c6"/>
                </a:solidFill>
                <a:latin typeface="Aptos"/>
              </a:rPr>
              <a:t>Alerts and documentation</a:t>
            </a:r>
            <a:endParaRPr b="0" lang="en-US" sz="1100" spc="-1" strike="noStrike">
              <a:solidFill>
                <a:srgbClr val="ffffff"/>
              </a:solidFill>
              <a:latin typeface="Arial"/>
            </a:endParaRPr>
          </a:p>
        </p:txBody>
      </p:sp>
      <p:sp>
        <p:nvSpPr>
          <p:cNvPr id="170" name="Rounded Rectangle 11"/>
          <p:cNvSpPr/>
          <p:nvPr/>
        </p:nvSpPr>
        <p:spPr>
          <a:xfrm>
            <a:off x="7818120" y="3822120"/>
            <a:ext cx="3840120" cy="14169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1" name="TextBox 12"/>
          <p:cNvSpPr/>
          <p:nvPr/>
        </p:nvSpPr>
        <p:spPr>
          <a:xfrm>
            <a:off x="8019360" y="39672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172" name="TextBox 13"/>
          <p:cNvSpPr/>
          <p:nvPr/>
        </p:nvSpPr>
        <p:spPr>
          <a:xfrm>
            <a:off x="8503920" y="4005000"/>
            <a:ext cx="29714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Verified in software</a:t>
            </a:r>
            <a:endParaRPr b="0" lang="en-US" sz="1500" spc="-1" strike="noStrike">
              <a:solidFill>
                <a:srgbClr val="ffffff"/>
              </a:solidFill>
              <a:latin typeface="Arial"/>
            </a:endParaRPr>
          </a:p>
        </p:txBody>
      </p:sp>
      <p:sp>
        <p:nvSpPr>
          <p:cNvPr id="173" name="TextBox 14"/>
          <p:cNvSpPr/>
          <p:nvPr/>
        </p:nvSpPr>
        <p:spPr>
          <a:xfrm>
            <a:off x="8046720" y="4480560"/>
            <a:ext cx="3382920" cy="5763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Firmware builds successfully</a:t>
            </a:r>
            <a:br>
              <a:rPr sz="1100"/>
            </a:br>
            <a:r>
              <a:rPr b="0" lang="en-US" sz="1100" spc="-1" strike="noStrike">
                <a:solidFill>
                  <a:srgbClr val="a6c2c6"/>
                </a:solidFill>
                <a:latin typeface="Aptos"/>
              </a:rPr>
              <a:t>18 edge-service tests pass</a:t>
            </a:r>
            <a:br>
              <a:rPr sz="1100"/>
            </a:br>
            <a:r>
              <a:rPr b="0" lang="en-US" sz="1100" spc="-1" strike="noStrike">
                <a:solidFill>
                  <a:srgbClr val="a6c2c6"/>
                </a:solidFill>
                <a:latin typeface="Aptos"/>
              </a:rPr>
              <a:t>Dashboard production build passes</a:t>
            </a:r>
            <a:endParaRPr b="0" lang="en-US" sz="1100" spc="-1" strike="noStrike">
              <a:solidFill>
                <a:srgbClr val="ffffff"/>
              </a:solidFill>
              <a:latin typeface="Arial"/>
            </a:endParaRPr>
          </a:p>
        </p:txBody>
      </p:sp>
      <p:sp>
        <p:nvSpPr>
          <p:cNvPr id="174" name="Rounded Rectangle 15"/>
          <p:cNvSpPr/>
          <p:nvPr/>
        </p:nvSpPr>
        <p:spPr>
          <a:xfrm>
            <a:off x="7818120" y="5413320"/>
            <a:ext cx="3840120" cy="502560"/>
          </a:xfrm>
          <a:prstGeom prst="roundRect">
            <a:avLst>
              <a:gd name="adj" fmla="val 12000"/>
            </a:avLst>
          </a:prstGeom>
          <a:solidFill>
            <a:srgbClr val="402d19"/>
          </a:solidFill>
          <a:ln>
            <a:solidFill>
              <a:srgbClr val="d39d4c"/>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75" name="TextBox 16"/>
          <p:cNvSpPr/>
          <p:nvPr/>
        </p:nvSpPr>
        <p:spPr>
          <a:xfrm>
            <a:off x="8019360" y="5577840"/>
            <a:ext cx="3428640" cy="19476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800" spc="-1" strike="noStrike">
                <a:solidFill>
                  <a:srgbClr val="eff7f7"/>
                </a:solidFill>
                <a:latin typeface="Aptos"/>
              </a:rPr>
              <a:t>SIMULATED DATA • NOT FIELD MEASUREMENTS</a:t>
            </a:r>
            <a:endParaRPr b="0" lang="en-US" sz="800" spc="-1" strike="noStrike">
              <a:solidFill>
                <a:srgbClr val="ffffff"/>
              </a:solidFill>
              <a:latin typeface="Arial"/>
            </a:endParaRPr>
          </a:p>
        </p:txBody>
      </p:sp>
      <p:sp>
        <p:nvSpPr>
          <p:cNvPr id="176" name="TextBox 1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77" name="TextBox 1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178"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179"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INNOVATION</a:t>
            </a:r>
            <a:endParaRPr b="0" lang="en-US" sz="1000" spc="-1" strike="noStrike">
              <a:solidFill>
                <a:srgbClr val="ffffff"/>
              </a:solidFill>
              <a:latin typeface="Arial"/>
            </a:endParaRPr>
          </a:p>
        </p:txBody>
      </p:sp>
      <p:sp>
        <p:nvSpPr>
          <p:cNvPr id="180"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The contribution is responsible system integration</a:t>
            </a:r>
            <a:endParaRPr b="0" lang="en-US" sz="2700" spc="-1" strike="noStrike">
              <a:solidFill>
                <a:srgbClr val="ffffff"/>
              </a:solidFill>
              <a:latin typeface="Arial"/>
            </a:endParaRPr>
          </a:p>
        </p:txBody>
      </p:sp>
      <p:sp>
        <p:nvSpPr>
          <p:cNvPr id="181"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09</a:t>
            </a:r>
            <a:endParaRPr b="0" lang="en-US" sz="1100" spc="-1" strike="noStrike">
              <a:solidFill>
                <a:srgbClr val="ffffff"/>
              </a:solidFill>
              <a:latin typeface="Arial"/>
            </a:endParaRPr>
          </a:p>
        </p:txBody>
      </p:sp>
      <p:sp>
        <p:nvSpPr>
          <p:cNvPr id="182"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183" name="TextBox 6"/>
          <p:cNvSpPr/>
          <p:nvPr/>
        </p:nvSpPr>
        <p:spPr>
          <a:xfrm>
            <a:off x="640080" y="1508760"/>
            <a:ext cx="10881000" cy="43884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2400" spc="-1" strike="noStrike">
                <a:solidFill>
                  <a:srgbClr val="eff7f7"/>
                </a:solidFill>
                <a:latin typeface="Aptos"/>
              </a:rPr>
              <a:t>FALCON does not claim to invent the buoy, sensor, or AI algorithm.</a:t>
            </a:r>
            <a:endParaRPr b="0" lang="en-US" sz="2400" spc="-1" strike="noStrike">
              <a:solidFill>
                <a:srgbClr val="ffffff"/>
              </a:solidFill>
              <a:latin typeface="Arial"/>
            </a:endParaRPr>
          </a:p>
        </p:txBody>
      </p:sp>
      <p:sp>
        <p:nvSpPr>
          <p:cNvPr id="184" name="Rounded Rectangle 7"/>
          <p:cNvSpPr/>
          <p:nvPr/>
        </p:nvSpPr>
        <p:spPr>
          <a:xfrm>
            <a:off x="594360" y="2331720"/>
            <a:ext cx="3428640" cy="14169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5" name="TextBox 8"/>
          <p:cNvSpPr/>
          <p:nvPr/>
        </p:nvSpPr>
        <p:spPr>
          <a:xfrm>
            <a:off x="795600" y="24768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186" name="TextBox 9"/>
          <p:cNvSpPr/>
          <p:nvPr/>
        </p:nvSpPr>
        <p:spPr>
          <a:xfrm>
            <a:off x="1280160" y="2514600"/>
            <a:ext cx="25599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Affordable + modular</a:t>
            </a:r>
            <a:endParaRPr b="0" lang="en-US" sz="1500" spc="-1" strike="noStrike">
              <a:solidFill>
                <a:srgbClr val="ffffff"/>
              </a:solidFill>
              <a:latin typeface="Arial"/>
            </a:endParaRPr>
          </a:p>
        </p:txBody>
      </p:sp>
      <p:sp>
        <p:nvSpPr>
          <p:cNvPr id="187" name="TextBox 10"/>
          <p:cNvSpPr/>
          <p:nvPr/>
        </p:nvSpPr>
        <p:spPr>
          <a:xfrm>
            <a:off x="822960" y="2990160"/>
            <a:ext cx="297144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Student-scale architecture with replaceable, documented components.</a:t>
            </a:r>
            <a:endParaRPr b="0" lang="en-US" sz="1100" spc="-1" strike="noStrike">
              <a:solidFill>
                <a:srgbClr val="ffffff"/>
              </a:solidFill>
              <a:latin typeface="Arial"/>
            </a:endParaRPr>
          </a:p>
        </p:txBody>
      </p:sp>
      <p:sp>
        <p:nvSpPr>
          <p:cNvPr id="188" name="Rounded Rectangle 11"/>
          <p:cNvSpPr/>
          <p:nvPr/>
        </p:nvSpPr>
        <p:spPr>
          <a:xfrm>
            <a:off x="4389120" y="2331720"/>
            <a:ext cx="3428640" cy="14169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89" name="TextBox 12"/>
          <p:cNvSpPr/>
          <p:nvPr/>
        </p:nvSpPr>
        <p:spPr>
          <a:xfrm>
            <a:off x="4590360" y="24768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190" name="TextBox 13"/>
          <p:cNvSpPr/>
          <p:nvPr/>
        </p:nvSpPr>
        <p:spPr>
          <a:xfrm>
            <a:off x="5074920" y="2514600"/>
            <a:ext cx="25599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Local-first</a:t>
            </a:r>
            <a:endParaRPr b="0" lang="en-US" sz="1500" spc="-1" strike="noStrike">
              <a:solidFill>
                <a:srgbClr val="ffffff"/>
              </a:solidFill>
              <a:latin typeface="Arial"/>
            </a:endParaRPr>
          </a:p>
        </p:txBody>
      </p:sp>
      <p:sp>
        <p:nvSpPr>
          <p:cNvPr id="191" name="TextBox 14"/>
          <p:cNvSpPr/>
          <p:nvPr/>
        </p:nvSpPr>
        <p:spPr>
          <a:xfrm>
            <a:off x="4617720" y="2990160"/>
            <a:ext cx="297144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Monitoring and storage continue without mandatory cloud dependence.</a:t>
            </a:r>
            <a:endParaRPr b="0" lang="en-US" sz="1100" spc="-1" strike="noStrike">
              <a:solidFill>
                <a:srgbClr val="ffffff"/>
              </a:solidFill>
              <a:latin typeface="Arial"/>
            </a:endParaRPr>
          </a:p>
        </p:txBody>
      </p:sp>
      <p:sp>
        <p:nvSpPr>
          <p:cNvPr id="192" name="Rounded Rectangle 15"/>
          <p:cNvSpPr/>
          <p:nvPr/>
        </p:nvSpPr>
        <p:spPr>
          <a:xfrm>
            <a:off x="8183880" y="2331720"/>
            <a:ext cx="3428640" cy="14169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3" name="TextBox 16"/>
          <p:cNvSpPr/>
          <p:nvPr/>
        </p:nvSpPr>
        <p:spPr>
          <a:xfrm>
            <a:off x="8385120" y="247680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194" name="TextBox 17"/>
          <p:cNvSpPr/>
          <p:nvPr/>
        </p:nvSpPr>
        <p:spPr>
          <a:xfrm>
            <a:off x="8869680" y="2514600"/>
            <a:ext cx="255996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Transparent output</a:t>
            </a:r>
            <a:endParaRPr b="0" lang="en-US" sz="1500" spc="-1" strike="noStrike">
              <a:solidFill>
                <a:srgbClr val="ffffff"/>
              </a:solidFill>
              <a:latin typeface="Arial"/>
            </a:endParaRPr>
          </a:p>
        </p:txBody>
      </p:sp>
      <p:sp>
        <p:nvSpPr>
          <p:cNvPr id="195" name="TextBox 18"/>
          <p:cNvSpPr/>
          <p:nvPr/>
        </p:nvSpPr>
        <p:spPr>
          <a:xfrm>
            <a:off x="8412480" y="2990160"/>
            <a:ext cx="297144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Measured, simulated, estimated, and predicted values are clearly distinguished.</a:t>
            </a:r>
            <a:endParaRPr b="0" lang="en-US" sz="1100" spc="-1" strike="noStrike">
              <a:solidFill>
                <a:srgbClr val="ffffff"/>
              </a:solidFill>
              <a:latin typeface="Arial"/>
            </a:endParaRPr>
          </a:p>
        </p:txBody>
      </p:sp>
      <p:sp>
        <p:nvSpPr>
          <p:cNvPr id="196" name="Rounded Rectangle 19"/>
          <p:cNvSpPr/>
          <p:nvPr/>
        </p:nvSpPr>
        <p:spPr>
          <a:xfrm>
            <a:off x="1097280" y="4251960"/>
            <a:ext cx="10012320" cy="1234080"/>
          </a:xfrm>
          <a:prstGeom prst="roundRect">
            <a:avLst>
              <a:gd name="adj" fmla="val 12000"/>
            </a:avLst>
          </a:prstGeom>
          <a:solidFill>
            <a:srgbClr val="0f3640"/>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197" name="TextBox 20"/>
          <p:cNvSpPr/>
          <p:nvPr/>
        </p:nvSpPr>
        <p:spPr>
          <a:xfrm>
            <a:off x="1417320" y="4348080"/>
            <a:ext cx="9372240" cy="103284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100" spc="-1" strike="noStrike">
                <a:solidFill>
                  <a:srgbClr val="eff7f7"/>
                </a:solidFill>
                <a:latin typeface="Aptos"/>
              </a:rPr>
              <a:t>FALCON's novelty is the validated integration and local adaptation of sensing, edge computing, energy, prediction, and protection subsystems.</a:t>
            </a:r>
            <a:endParaRPr b="0" lang="en-US" sz="2100" spc="-1" strike="noStrike">
              <a:solidFill>
                <a:srgbClr val="ffffff"/>
              </a:solidFill>
              <a:latin typeface="Arial"/>
            </a:endParaRPr>
          </a:p>
        </p:txBody>
      </p:sp>
      <p:sp>
        <p:nvSpPr>
          <p:cNvPr id="198" name="TextBox 21"/>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199" name="TextBox 22"/>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00"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01"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BENEFICIARIES</a:t>
            </a:r>
            <a:endParaRPr b="0" lang="en-US" sz="1000" spc="-1" strike="noStrike">
              <a:solidFill>
                <a:srgbClr val="ffffff"/>
              </a:solidFill>
              <a:latin typeface="Arial"/>
            </a:endParaRPr>
          </a:p>
        </p:txBody>
      </p:sp>
      <p:sp>
        <p:nvSpPr>
          <p:cNvPr id="202"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Start with one verified user and one pilot site</a:t>
            </a:r>
            <a:endParaRPr b="0" lang="en-US" sz="2700" spc="-1" strike="noStrike">
              <a:solidFill>
                <a:srgbClr val="ffffff"/>
              </a:solidFill>
              <a:latin typeface="Arial"/>
            </a:endParaRPr>
          </a:p>
        </p:txBody>
      </p:sp>
      <p:sp>
        <p:nvSpPr>
          <p:cNvPr id="203"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10</a:t>
            </a:r>
            <a:endParaRPr b="0" lang="en-US" sz="1100" spc="-1" strike="noStrike">
              <a:solidFill>
                <a:srgbClr val="ffffff"/>
              </a:solidFill>
              <a:latin typeface="Arial"/>
            </a:endParaRPr>
          </a:p>
        </p:txBody>
      </p:sp>
      <p:sp>
        <p:nvSpPr>
          <p:cNvPr id="204"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sp>
        <p:nvSpPr>
          <p:cNvPr id="205" name="Rounded Rectangle 6"/>
          <p:cNvSpPr/>
          <p:nvPr/>
        </p:nvSpPr>
        <p:spPr>
          <a:xfrm>
            <a:off x="594360" y="1508760"/>
            <a:ext cx="5284800" cy="1535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06" name="TextBox 7"/>
          <p:cNvSpPr/>
          <p:nvPr/>
        </p:nvSpPr>
        <p:spPr>
          <a:xfrm>
            <a:off x="79560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207" name="TextBox 8"/>
          <p:cNvSpPr/>
          <p:nvPr/>
        </p:nvSpPr>
        <p:spPr>
          <a:xfrm>
            <a:off x="1280160" y="1691640"/>
            <a:ext cx="441612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Coastal LGU / DRRM</a:t>
            </a:r>
            <a:endParaRPr b="0" lang="en-US" sz="1500" spc="-1" strike="noStrike">
              <a:solidFill>
                <a:srgbClr val="ffffff"/>
              </a:solidFill>
              <a:latin typeface="Arial"/>
            </a:endParaRPr>
          </a:p>
        </p:txBody>
      </p:sp>
      <p:sp>
        <p:nvSpPr>
          <p:cNvPr id="208" name="TextBox 9"/>
          <p:cNvSpPr/>
          <p:nvPr/>
        </p:nvSpPr>
        <p:spPr>
          <a:xfrm>
            <a:off x="822960" y="2167200"/>
            <a:ext cx="482760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Localized observation history and equipment-status awareness.</a:t>
            </a:r>
            <a:endParaRPr b="0" lang="en-US" sz="1100" spc="-1" strike="noStrike">
              <a:solidFill>
                <a:srgbClr val="ffffff"/>
              </a:solidFill>
              <a:latin typeface="Arial"/>
            </a:endParaRPr>
          </a:p>
        </p:txBody>
      </p:sp>
      <p:sp>
        <p:nvSpPr>
          <p:cNvPr id="209" name="Rounded Rectangle 10"/>
          <p:cNvSpPr/>
          <p:nvPr/>
        </p:nvSpPr>
        <p:spPr>
          <a:xfrm>
            <a:off x="6217920" y="1508760"/>
            <a:ext cx="5284800" cy="1535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0" name="TextBox 11"/>
          <p:cNvSpPr/>
          <p:nvPr/>
        </p:nvSpPr>
        <p:spPr>
          <a:xfrm>
            <a:off x="6419160" y="16538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70cbd3"/>
                </a:solidFill>
                <a:latin typeface="Aptos"/>
              </a:rPr>
              <a:t>◒</a:t>
            </a:r>
            <a:endParaRPr b="0" lang="en-US" sz="2300" spc="-1" strike="noStrike">
              <a:solidFill>
                <a:srgbClr val="ffffff"/>
              </a:solidFill>
              <a:latin typeface="Arial"/>
            </a:endParaRPr>
          </a:p>
        </p:txBody>
      </p:sp>
      <p:sp>
        <p:nvSpPr>
          <p:cNvPr id="211" name="TextBox 12"/>
          <p:cNvSpPr/>
          <p:nvPr/>
        </p:nvSpPr>
        <p:spPr>
          <a:xfrm>
            <a:off x="6903720" y="1691640"/>
            <a:ext cx="441612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Fisherfolk / small craft</a:t>
            </a:r>
            <a:endParaRPr b="0" lang="en-US" sz="1500" spc="-1" strike="noStrike">
              <a:solidFill>
                <a:srgbClr val="ffffff"/>
              </a:solidFill>
              <a:latin typeface="Arial"/>
            </a:endParaRPr>
          </a:p>
        </p:txBody>
      </p:sp>
      <p:sp>
        <p:nvSpPr>
          <p:cNvPr id="212" name="TextBox 13"/>
          <p:cNvSpPr/>
          <p:nvPr/>
        </p:nvSpPr>
        <p:spPr>
          <a:xfrm>
            <a:off x="6446520" y="2167200"/>
            <a:ext cx="482760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Accessible near-shore information for a defined use case.</a:t>
            </a:r>
            <a:endParaRPr b="0" lang="en-US" sz="1100" spc="-1" strike="noStrike">
              <a:solidFill>
                <a:srgbClr val="ffffff"/>
              </a:solidFill>
              <a:latin typeface="Arial"/>
            </a:endParaRPr>
          </a:p>
        </p:txBody>
      </p:sp>
      <p:sp>
        <p:nvSpPr>
          <p:cNvPr id="213" name="Rounded Rectangle 14"/>
          <p:cNvSpPr/>
          <p:nvPr/>
        </p:nvSpPr>
        <p:spPr>
          <a:xfrm>
            <a:off x="594360" y="3383280"/>
            <a:ext cx="5284800" cy="1535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4" name="TextBox 15"/>
          <p:cNvSpPr/>
          <p:nvPr/>
        </p:nvSpPr>
        <p:spPr>
          <a:xfrm>
            <a:off x="795600" y="352836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66be91"/>
                </a:solidFill>
                <a:latin typeface="Aptos"/>
              </a:rPr>
              <a:t>⌬</a:t>
            </a:r>
            <a:endParaRPr b="0" lang="en-US" sz="2300" spc="-1" strike="noStrike">
              <a:solidFill>
                <a:srgbClr val="ffffff"/>
              </a:solidFill>
              <a:latin typeface="Arial"/>
            </a:endParaRPr>
          </a:p>
        </p:txBody>
      </p:sp>
      <p:sp>
        <p:nvSpPr>
          <p:cNvPr id="215" name="TextBox 16"/>
          <p:cNvSpPr/>
          <p:nvPr/>
        </p:nvSpPr>
        <p:spPr>
          <a:xfrm>
            <a:off x="1280160" y="3566160"/>
            <a:ext cx="441612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Schools / researchers</a:t>
            </a:r>
            <a:endParaRPr b="0" lang="en-US" sz="1500" spc="-1" strike="noStrike">
              <a:solidFill>
                <a:srgbClr val="ffffff"/>
              </a:solidFill>
              <a:latin typeface="Arial"/>
            </a:endParaRPr>
          </a:p>
        </p:txBody>
      </p:sp>
      <p:sp>
        <p:nvSpPr>
          <p:cNvPr id="216" name="TextBox 17"/>
          <p:cNvSpPr/>
          <p:nvPr/>
        </p:nvSpPr>
        <p:spPr>
          <a:xfrm>
            <a:off x="822960" y="4041720"/>
            <a:ext cx="4827600" cy="2408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A reproducible platform and local dataset for future studies.</a:t>
            </a:r>
            <a:endParaRPr b="0" lang="en-US" sz="1100" spc="-1" strike="noStrike">
              <a:solidFill>
                <a:srgbClr val="ffffff"/>
              </a:solidFill>
              <a:latin typeface="Arial"/>
            </a:endParaRPr>
          </a:p>
        </p:txBody>
      </p:sp>
      <p:sp>
        <p:nvSpPr>
          <p:cNvPr id="217" name="Rounded Rectangle 18"/>
          <p:cNvSpPr/>
          <p:nvPr/>
        </p:nvSpPr>
        <p:spPr>
          <a:xfrm>
            <a:off x="6217920" y="3383280"/>
            <a:ext cx="5284800" cy="153576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18" name="TextBox 19"/>
          <p:cNvSpPr/>
          <p:nvPr/>
        </p:nvSpPr>
        <p:spPr>
          <a:xfrm>
            <a:off x="6419160" y="352836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219" name="TextBox 20"/>
          <p:cNvSpPr/>
          <p:nvPr/>
        </p:nvSpPr>
        <p:spPr>
          <a:xfrm>
            <a:off x="6903720" y="3566160"/>
            <a:ext cx="441612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Ports / tourism / NGOs</a:t>
            </a:r>
            <a:endParaRPr b="0" lang="en-US" sz="1500" spc="-1" strike="noStrike">
              <a:solidFill>
                <a:srgbClr val="ffffff"/>
              </a:solidFill>
              <a:latin typeface="Arial"/>
            </a:endParaRPr>
          </a:p>
        </p:txBody>
      </p:sp>
      <p:sp>
        <p:nvSpPr>
          <p:cNvPr id="220" name="TextBox 21"/>
          <p:cNvSpPr/>
          <p:nvPr/>
        </p:nvSpPr>
        <p:spPr>
          <a:xfrm>
            <a:off x="6446520" y="4041720"/>
            <a:ext cx="482760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Potential monitoring support after validation and stakeholder confirmation.</a:t>
            </a:r>
            <a:endParaRPr b="0" lang="en-US" sz="1100" spc="-1" strike="noStrike">
              <a:solidFill>
                <a:srgbClr val="ffffff"/>
              </a:solidFill>
              <a:latin typeface="Arial"/>
            </a:endParaRPr>
          </a:p>
        </p:txBody>
      </p:sp>
      <p:sp>
        <p:nvSpPr>
          <p:cNvPr id="221" name="Rounded Rectangle 22"/>
          <p:cNvSpPr/>
          <p:nvPr/>
        </p:nvSpPr>
        <p:spPr>
          <a:xfrm>
            <a:off x="1234440" y="5413320"/>
            <a:ext cx="9738000" cy="502560"/>
          </a:xfrm>
          <a:prstGeom prst="roundRect">
            <a:avLst>
              <a:gd name="adj" fmla="val 12000"/>
            </a:avLst>
          </a:prstGeom>
          <a:solidFill>
            <a:srgbClr val="103a43"/>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22" name="TextBox 23"/>
          <p:cNvSpPr/>
          <p:nvPr/>
        </p:nvSpPr>
        <p:spPr>
          <a:xfrm>
            <a:off x="1554480" y="5577840"/>
            <a:ext cx="9097920" cy="22572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000" spc="-1" strike="noStrike">
                <a:solidFill>
                  <a:srgbClr val="eff7f7"/>
                </a:solidFill>
                <a:latin typeface="Aptos"/>
              </a:rPr>
              <a:t>PILOT PRINCIPLE: prove value for one stakeholder before expanding scope.</a:t>
            </a:r>
            <a:endParaRPr b="0" lang="en-US" sz="1000" spc="-1" strike="noStrike">
              <a:solidFill>
                <a:srgbClr val="ffffff"/>
              </a:solidFill>
              <a:latin typeface="Arial"/>
            </a:endParaRPr>
          </a:p>
        </p:txBody>
      </p:sp>
      <p:sp>
        <p:nvSpPr>
          <p:cNvPr id="223" name="TextBox 24"/>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24" name="TextBox 25"/>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25"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26"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DEVELOPMENT PLAN</a:t>
            </a:r>
            <a:endParaRPr b="0" lang="en-US" sz="1000" spc="-1" strike="noStrike">
              <a:solidFill>
                <a:srgbClr val="ffffff"/>
              </a:solidFill>
              <a:latin typeface="Arial"/>
            </a:endParaRPr>
          </a:p>
        </p:txBody>
      </p:sp>
      <p:sp>
        <p:nvSpPr>
          <p:cNvPr id="227"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Build safely, collect evidence, then evaluate</a:t>
            </a:r>
            <a:endParaRPr b="0" lang="en-US" sz="2700" spc="-1" strike="noStrike">
              <a:solidFill>
                <a:srgbClr val="ffffff"/>
              </a:solidFill>
              <a:latin typeface="Arial"/>
            </a:endParaRPr>
          </a:p>
        </p:txBody>
      </p:sp>
      <p:sp>
        <p:nvSpPr>
          <p:cNvPr id="228"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11</a:t>
            </a:r>
            <a:endParaRPr b="0" lang="en-US" sz="1100" spc="-1" strike="noStrike">
              <a:solidFill>
                <a:srgbClr val="ffffff"/>
              </a:solidFill>
              <a:latin typeface="Arial"/>
            </a:endParaRPr>
          </a:p>
        </p:txBody>
      </p:sp>
      <p:sp>
        <p:nvSpPr>
          <p:cNvPr id="229"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30" name="Picture 6" descr="development-roadmap.png"/>
          <p:cNvPicPr/>
          <p:nvPr/>
        </p:nvPicPr>
        <p:blipFill>
          <a:blip r:embed="rId1"/>
          <a:srcRect l="0" t="6781" r="0" b="6781"/>
          <a:stretch/>
        </p:blipFill>
        <p:spPr>
          <a:xfrm>
            <a:off x="502920" y="1417320"/>
            <a:ext cx="11155320" cy="4480200"/>
          </a:xfrm>
          <a:prstGeom prst="rect">
            <a:avLst/>
          </a:prstGeom>
          <a:ln w="0">
            <a:noFill/>
          </a:ln>
        </p:spPr>
      </p:pic>
      <p:sp>
        <p:nvSpPr>
          <p:cNvPr id="231" name="Rounded Rectangle 7"/>
          <p:cNvSpPr/>
          <p:nvPr/>
        </p:nvSpPr>
        <p:spPr>
          <a:xfrm>
            <a:off x="3749040" y="5870520"/>
            <a:ext cx="4708800" cy="438480"/>
          </a:xfrm>
          <a:prstGeom prst="roundRect">
            <a:avLst>
              <a:gd name="adj" fmla="val 12000"/>
            </a:avLst>
          </a:prstGeom>
          <a:solidFill>
            <a:srgbClr val="143e47"/>
          </a:solidFill>
          <a:ln>
            <a:solidFill>
              <a:srgbClr val="58bec2"/>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32" name="TextBox 8"/>
          <p:cNvSpPr/>
          <p:nvPr/>
        </p:nvSpPr>
        <p:spPr>
          <a:xfrm>
            <a:off x="3950280" y="6007680"/>
            <a:ext cx="4297320" cy="22572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000" spc="-1" strike="noStrike">
                <a:solidFill>
                  <a:srgbClr val="eff7f7"/>
                </a:solidFill>
                <a:latin typeface="Aptos"/>
              </a:rPr>
              <a:t>ESTIMATED DEVELOPMENT: 8–12 MONTHS</a:t>
            </a:r>
            <a:endParaRPr b="0" lang="en-US" sz="1000" spc="-1" strike="noStrike">
              <a:solidFill>
                <a:srgbClr val="ffffff"/>
              </a:solidFill>
              <a:latin typeface="Arial"/>
            </a:endParaRPr>
          </a:p>
        </p:txBody>
      </p:sp>
      <p:sp>
        <p:nvSpPr>
          <p:cNvPr id="233" name="TextBox 9"/>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34" name="TextBox 10"/>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35"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36"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PRELIMINARY BUDGET</a:t>
            </a:r>
            <a:endParaRPr b="0" lang="en-US" sz="1000" spc="-1" strike="noStrike">
              <a:solidFill>
                <a:srgbClr val="ffffff"/>
              </a:solidFill>
              <a:latin typeface="Arial"/>
            </a:endParaRPr>
          </a:p>
        </p:txBody>
      </p:sp>
      <p:sp>
        <p:nvSpPr>
          <p:cNvPr id="237"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Funding supports the complete development process</a:t>
            </a:r>
            <a:endParaRPr b="0" lang="en-US" sz="2700" spc="-1" strike="noStrike">
              <a:solidFill>
                <a:srgbClr val="ffffff"/>
              </a:solidFill>
              <a:latin typeface="Arial"/>
            </a:endParaRPr>
          </a:p>
        </p:txBody>
      </p:sp>
      <p:sp>
        <p:nvSpPr>
          <p:cNvPr id="238"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12</a:t>
            </a:r>
            <a:endParaRPr b="0" lang="en-US" sz="1100" spc="-1" strike="noStrike">
              <a:solidFill>
                <a:srgbClr val="ffffff"/>
              </a:solidFill>
              <a:latin typeface="Arial"/>
            </a:endParaRPr>
          </a:p>
        </p:txBody>
      </p:sp>
      <p:sp>
        <p:nvSpPr>
          <p:cNvPr id="239"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40" name="Picture 6" descr="funding-breakdown.png"/>
          <p:cNvPicPr/>
          <p:nvPr/>
        </p:nvPicPr>
        <p:blipFill>
          <a:blip r:embed="rId1"/>
          <a:srcRect l="0" t="7391" r="0" b="7391"/>
          <a:stretch/>
        </p:blipFill>
        <p:spPr>
          <a:xfrm>
            <a:off x="502920" y="1371600"/>
            <a:ext cx="11155320" cy="4891680"/>
          </a:xfrm>
          <a:prstGeom prst="rect">
            <a:avLst/>
          </a:prstGeom>
          <a:ln w="0">
            <a:noFill/>
          </a:ln>
        </p:spPr>
      </p:pic>
      <p:sp>
        <p:nvSpPr>
          <p:cNvPr id="241" name="TextBox 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42" name="TextBox 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051922"/>
        </a:solidFill>
      </p:bgPr>
    </p:bg>
    <p:spTree>
      <p:nvGrpSpPr>
        <p:cNvPr id="1" name=""/>
        <p:cNvGrpSpPr/>
        <p:nvPr/>
      </p:nvGrpSpPr>
      <p:grpSpPr>
        <a:xfrm>
          <a:off x="0" y="0"/>
          <a:ext cx="0" cy="0"/>
          <a:chOff x="0" y="0"/>
          <a:chExt cx="0" cy="0"/>
        </a:xfrm>
      </p:grpSpPr>
      <p:sp>
        <p:nvSpPr>
          <p:cNvPr id="243" name="Rectangle 1"/>
          <p:cNvSpPr/>
          <p:nvPr/>
        </p:nvSpPr>
        <p:spPr>
          <a:xfrm>
            <a:off x="0" y="0"/>
            <a:ext cx="12191400" cy="72720"/>
          </a:xfrm>
          <a:prstGeom prst="rect">
            <a:avLst/>
          </a:prstGeom>
          <a:solidFill>
            <a:srgbClr val="58bec2"/>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28080" bIns="28080" anchor="ctr">
            <a:noAutofit/>
          </a:bodyPr>
          <a:p>
            <a:pPr algn="ctr" defTabSz="457200">
              <a:lnSpc>
                <a:spcPct val="100000"/>
              </a:lnSpc>
            </a:pPr>
            <a:endParaRPr b="0" lang="en-US" sz="1800" spc="-1" strike="noStrike">
              <a:solidFill>
                <a:schemeClr val="lt1"/>
              </a:solidFill>
              <a:latin typeface="Calibri"/>
            </a:endParaRPr>
          </a:p>
        </p:txBody>
      </p:sp>
      <p:sp>
        <p:nvSpPr>
          <p:cNvPr id="244" name="TextBox 2"/>
          <p:cNvSpPr/>
          <p:nvPr/>
        </p:nvSpPr>
        <p:spPr>
          <a:xfrm>
            <a:off x="502920" y="292680"/>
            <a:ext cx="8229240" cy="2257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000" spc="-1" strike="noStrike">
                <a:solidFill>
                  <a:srgbClr val="58bec2"/>
                </a:solidFill>
                <a:latin typeface="Aptos"/>
              </a:rPr>
              <a:t>EXPECTED RESULT + REQUEST</a:t>
            </a:r>
            <a:endParaRPr b="0" lang="en-US" sz="1000" spc="-1" strike="noStrike">
              <a:solidFill>
                <a:srgbClr val="ffffff"/>
              </a:solidFill>
              <a:latin typeface="Arial"/>
            </a:endParaRPr>
          </a:p>
        </p:txBody>
      </p:sp>
      <p:sp>
        <p:nvSpPr>
          <p:cNvPr id="245" name="TextBox 3"/>
          <p:cNvSpPr/>
          <p:nvPr/>
        </p:nvSpPr>
        <p:spPr>
          <a:xfrm>
            <a:off x="502920" y="603360"/>
            <a:ext cx="10698120" cy="48492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2700" spc="-1" strike="noStrike">
                <a:solidFill>
                  <a:srgbClr val="eff7f7"/>
                </a:solidFill>
                <a:latin typeface="Aptos"/>
              </a:rPr>
              <a:t>Turn the working concept into a validated physical prototype</a:t>
            </a:r>
            <a:endParaRPr b="0" lang="en-US" sz="2700" spc="-1" strike="noStrike">
              <a:solidFill>
                <a:srgbClr val="ffffff"/>
              </a:solidFill>
              <a:latin typeface="Arial"/>
            </a:endParaRPr>
          </a:p>
        </p:txBody>
      </p:sp>
      <p:sp>
        <p:nvSpPr>
          <p:cNvPr id="246" name="TextBox 4"/>
          <p:cNvSpPr/>
          <p:nvPr/>
        </p:nvSpPr>
        <p:spPr>
          <a:xfrm>
            <a:off x="11201400" y="347400"/>
            <a:ext cx="456840" cy="24084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1100" spc="-1" strike="noStrike">
                <a:solidFill>
                  <a:srgbClr val="a6c2c6"/>
                </a:solidFill>
                <a:latin typeface="Aptos"/>
              </a:rPr>
              <a:t>13</a:t>
            </a:r>
            <a:endParaRPr b="0" lang="en-US" sz="1100" spc="-1" strike="noStrike">
              <a:solidFill>
                <a:srgbClr val="ffffff"/>
              </a:solidFill>
              <a:latin typeface="Arial"/>
            </a:endParaRPr>
          </a:p>
        </p:txBody>
      </p:sp>
      <p:sp>
        <p:nvSpPr>
          <p:cNvPr id="247" name="Rectangle 5"/>
          <p:cNvSpPr/>
          <p:nvPr/>
        </p:nvSpPr>
        <p:spPr>
          <a:xfrm>
            <a:off x="502920" y="1188720"/>
            <a:ext cx="11155320" cy="13320"/>
          </a:xfrm>
          <a:prstGeom prst="rect">
            <a:avLst/>
          </a:prstGeom>
          <a:solidFill>
            <a:srgbClr val="29515b"/>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31320" bIns="-31320" anchor="ctr">
            <a:noAutofit/>
          </a:bodyPr>
          <a:p>
            <a:pPr algn="ctr" defTabSz="457200">
              <a:lnSpc>
                <a:spcPct val="100000"/>
              </a:lnSpc>
            </a:pPr>
            <a:endParaRPr b="0" lang="en-US" sz="1800" spc="-1" strike="noStrike">
              <a:solidFill>
                <a:schemeClr val="lt1"/>
              </a:solidFill>
              <a:latin typeface="Calibri"/>
            </a:endParaRPr>
          </a:p>
        </p:txBody>
      </p:sp>
      <p:pic>
        <p:nvPicPr>
          <p:cNvPr id="248" name="Picture 6" descr="falcon-concept-visualization.png"/>
          <p:cNvPicPr/>
          <p:nvPr/>
        </p:nvPicPr>
        <p:blipFill>
          <a:blip r:embed="rId1"/>
          <a:srcRect l="20896" t="0" r="20896" b="0"/>
          <a:stretch/>
        </p:blipFill>
        <p:spPr>
          <a:xfrm>
            <a:off x="502920" y="1389960"/>
            <a:ext cx="4708800" cy="4553280"/>
          </a:xfrm>
          <a:prstGeom prst="rect">
            <a:avLst/>
          </a:prstGeom>
          <a:ln w="0">
            <a:noFill/>
          </a:ln>
        </p:spPr>
      </p:pic>
      <p:sp>
        <p:nvSpPr>
          <p:cNvPr id="249" name="TextBox 7"/>
          <p:cNvSpPr/>
          <p:nvPr/>
        </p:nvSpPr>
        <p:spPr>
          <a:xfrm>
            <a:off x="676800" y="5696640"/>
            <a:ext cx="219420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eff7f7"/>
                </a:solidFill>
                <a:latin typeface="Aptos"/>
              </a:rPr>
              <a:t>CONCEPT VISUALIZATION</a:t>
            </a:r>
            <a:endParaRPr b="0" lang="en-US" sz="800" spc="-1" strike="noStrike">
              <a:solidFill>
                <a:srgbClr val="ffffff"/>
              </a:solidFill>
              <a:latin typeface="Arial"/>
            </a:endParaRPr>
          </a:p>
        </p:txBody>
      </p:sp>
      <p:sp>
        <p:nvSpPr>
          <p:cNvPr id="250" name="Rounded Rectangle 8"/>
          <p:cNvSpPr/>
          <p:nvPr/>
        </p:nvSpPr>
        <p:spPr>
          <a:xfrm>
            <a:off x="5532120" y="1389960"/>
            <a:ext cx="6126120" cy="254160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1" name="TextBox 9"/>
          <p:cNvSpPr/>
          <p:nvPr/>
        </p:nvSpPr>
        <p:spPr>
          <a:xfrm>
            <a:off x="5733360" y="15350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58bec2"/>
                </a:solidFill>
                <a:latin typeface="Aptos"/>
              </a:rPr>
              <a:t>✓</a:t>
            </a:r>
            <a:endParaRPr b="0" lang="en-US" sz="2300" spc="-1" strike="noStrike">
              <a:solidFill>
                <a:srgbClr val="ffffff"/>
              </a:solidFill>
              <a:latin typeface="Arial"/>
            </a:endParaRPr>
          </a:p>
        </p:txBody>
      </p:sp>
      <p:sp>
        <p:nvSpPr>
          <p:cNvPr id="252" name="TextBox 10"/>
          <p:cNvSpPr/>
          <p:nvPr/>
        </p:nvSpPr>
        <p:spPr>
          <a:xfrm>
            <a:off x="6217920" y="1572840"/>
            <a:ext cx="52574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Deliverables</a:t>
            </a:r>
            <a:endParaRPr b="0" lang="en-US" sz="1500" spc="-1" strike="noStrike">
              <a:solidFill>
                <a:srgbClr val="ffffff"/>
              </a:solidFill>
              <a:latin typeface="Arial"/>
            </a:endParaRPr>
          </a:p>
        </p:txBody>
      </p:sp>
      <p:sp>
        <p:nvSpPr>
          <p:cNvPr id="253" name="TextBox 11"/>
          <p:cNvSpPr/>
          <p:nvPr/>
        </p:nvSpPr>
        <p:spPr>
          <a:xfrm>
            <a:off x="5760720" y="2048400"/>
            <a:ext cx="5668920" cy="107964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Integrated physical prototype</a:t>
            </a:r>
            <a:br>
              <a:rPr sz="1100"/>
            </a:br>
            <a:r>
              <a:rPr b="0" lang="en-US" sz="1100" spc="-1" strike="noStrike">
                <a:solidFill>
                  <a:srgbClr val="a6c2c6"/>
                </a:solidFill>
                <a:latin typeface="Aptos"/>
              </a:rPr>
              <a:t>Calibrated sensing and power</a:t>
            </a:r>
            <a:br>
              <a:rPr sz="1100"/>
            </a:br>
            <a:r>
              <a:rPr b="0" lang="en-US" sz="1100" spc="-1" strike="noStrike">
                <a:solidFill>
                  <a:srgbClr val="a6c2c6"/>
                </a:solidFill>
                <a:latin typeface="Aptos"/>
              </a:rPr>
              <a:t>Local dashboard and data archive</a:t>
            </a:r>
            <a:br>
              <a:rPr sz="1100"/>
            </a:br>
            <a:r>
              <a:rPr b="0" lang="en-US" sz="1100" spc="-1" strike="noStrike">
                <a:solidFill>
                  <a:srgbClr val="a6c2c6"/>
                </a:solidFill>
                <a:latin typeface="Aptos"/>
              </a:rPr>
              <a:t>Controlled + supervised coastal results</a:t>
            </a:r>
            <a:br>
              <a:rPr sz="1100"/>
            </a:br>
            <a:r>
              <a:rPr b="0" lang="en-US" sz="1100" spc="-1" strike="noStrike">
                <a:solidFill>
                  <a:srgbClr val="a6c2c6"/>
                </a:solidFill>
                <a:latin typeface="Aptos"/>
              </a:rPr>
              <a:t>Model-versus-baseline evaluation</a:t>
            </a:r>
            <a:br>
              <a:rPr sz="1100"/>
            </a:br>
            <a:r>
              <a:rPr b="0" lang="en-US" sz="1100" spc="-1" strike="noStrike">
                <a:solidFill>
                  <a:srgbClr val="a6c2c6"/>
                </a:solidFill>
                <a:latin typeface="Aptos"/>
              </a:rPr>
              <a:t>Reproducible technical documentation</a:t>
            </a:r>
            <a:endParaRPr b="0" lang="en-US" sz="1100" spc="-1" strike="noStrike">
              <a:solidFill>
                <a:srgbClr val="ffffff"/>
              </a:solidFill>
              <a:latin typeface="Arial"/>
            </a:endParaRPr>
          </a:p>
        </p:txBody>
      </p:sp>
      <p:sp>
        <p:nvSpPr>
          <p:cNvPr id="254" name="Rounded Rectangle 12"/>
          <p:cNvSpPr/>
          <p:nvPr/>
        </p:nvSpPr>
        <p:spPr>
          <a:xfrm>
            <a:off x="5532120" y="4133160"/>
            <a:ext cx="6126120" cy="1142640"/>
          </a:xfrm>
          <a:prstGeom prst="roundRect">
            <a:avLst>
              <a:gd name="adj" fmla="val 12000"/>
            </a:avLst>
          </a:prstGeom>
          <a:solidFill>
            <a:srgbClr val="0c2a34"/>
          </a:solidFill>
          <a:ln>
            <a:solidFill>
              <a:srgbClr val="2a5963"/>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defTabSz="457200">
              <a:lnSpc>
                <a:spcPct val="100000"/>
              </a:lnSpc>
            </a:pPr>
            <a:endParaRPr b="0" lang="en-US" sz="1800" spc="-1" strike="noStrike">
              <a:solidFill>
                <a:schemeClr val="lt1"/>
              </a:solidFill>
              <a:latin typeface="Calibri"/>
            </a:endParaRPr>
          </a:p>
        </p:txBody>
      </p:sp>
      <p:sp>
        <p:nvSpPr>
          <p:cNvPr id="255" name="TextBox 13"/>
          <p:cNvSpPr/>
          <p:nvPr/>
        </p:nvSpPr>
        <p:spPr>
          <a:xfrm>
            <a:off x="5733360" y="4278240"/>
            <a:ext cx="411120" cy="423000"/>
          </a:xfrm>
          <a:prstGeom prst="rect">
            <a:avLst/>
          </a:prstGeom>
          <a:noFill/>
          <a:ln w="0">
            <a:noFill/>
          </a:ln>
        </p:spPr>
        <p:style>
          <a:lnRef idx="0"/>
          <a:fillRef idx="0"/>
          <a:effectRef idx="0"/>
          <a:fontRef idx="minor"/>
        </p:style>
        <p:txBody>
          <a:bodyPr lIns="36720" rIns="36720" tIns="36720" bIns="36720" anchor="ctr">
            <a:spAutoFit/>
          </a:bodyPr>
          <a:p>
            <a:pPr algn="ctr" defTabSz="457200">
              <a:lnSpc>
                <a:spcPct val="100000"/>
              </a:lnSpc>
            </a:pPr>
            <a:r>
              <a:rPr b="1" lang="en-US" sz="2300" spc="-1" strike="noStrike">
                <a:solidFill>
                  <a:srgbClr val="d39d4c"/>
                </a:solidFill>
                <a:latin typeface="Aptos"/>
              </a:rPr>
              <a:t>→</a:t>
            </a:r>
            <a:endParaRPr b="0" lang="en-US" sz="2300" spc="-1" strike="noStrike">
              <a:solidFill>
                <a:srgbClr val="ffffff"/>
              </a:solidFill>
              <a:latin typeface="Arial"/>
            </a:endParaRPr>
          </a:p>
        </p:txBody>
      </p:sp>
      <p:sp>
        <p:nvSpPr>
          <p:cNvPr id="256" name="TextBox 14"/>
          <p:cNvSpPr/>
          <p:nvPr/>
        </p:nvSpPr>
        <p:spPr>
          <a:xfrm>
            <a:off x="6217920" y="4316040"/>
            <a:ext cx="5257440" cy="30168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1500" spc="-1" strike="noStrike">
                <a:solidFill>
                  <a:srgbClr val="eff7f7"/>
                </a:solidFill>
                <a:latin typeface="Aptos"/>
              </a:rPr>
              <a:t>Support requested</a:t>
            </a:r>
            <a:endParaRPr b="0" lang="en-US" sz="1500" spc="-1" strike="noStrike">
              <a:solidFill>
                <a:srgbClr val="ffffff"/>
              </a:solidFill>
              <a:latin typeface="Arial"/>
            </a:endParaRPr>
          </a:p>
        </p:txBody>
      </p:sp>
      <p:sp>
        <p:nvSpPr>
          <p:cNvPr id="257" name="TextBox 15"/>
          <p:cNvSpPr/>
          <p:nvPr/>
        </p:nvSpPr>
        <p:spPr>
          <a:xfrm>
            <a:off x="5760720" y="4791600"/>
            <a:ext cx="5668920" cy="40860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0" lang="en-US" sz="1100" spc="-1" strike="noStrike">
                <a:solidFill>
                  <a:srgbClr val="a6c2c6"/>
                </a:solidFill>
                <a:latin typeface="Aptos"/>
              </a:rPr>
              <a:t>Component procurement • fabrication • calibration access • supervised field testing • technical mentorship</a:t>
            </a:r>
            <a:endParaRPr b="0" lang="en-US" sz="1100" spc="-1" strike="noStrike">
              <a:solidFill>
                <a:srgbClr val="ffffff"/>
              </a:solidFill>
              <a:latin typeface="Arial"/>
            </a:endParaRPr>
          </a:p>
        </p:txBody>
      </p:sp>
      <p:sp>
        <p:nvSpPr>
          <p:cNvPr id="258" name="TextBox 16"/>
          <p:cNvSpPr/>
          <p:nvPr/>
        </p:nvSpPr>
        <p:spPr>
          <a:xfrm>
            <a:off x="5715000" y="5468040"/>
            <a:ext cx="5714640" cy="850680"/>
          </a:xfrm>
          <a:prstGeom prst="rect">
            <a:avLst/>
          </a:prstGeom>
          <a:noFill/>
          <a:ln w="0">
            <a:noFill/>
          </a:ln>
        </p:spPr>
        <p:style>
          <a:lnRef idx="0"/>
          <a:fillRef idx="0"/>
          <a:effectRef idx="0"/>
          <a:fontRef idx="minor"/>
        </p:style>
        <p:txBody>
          <a:bodyPr lIns="36720" rIns="36720" tIns="36720" bIns="36720" anchor="t">
            <a:spAutoFit/>
          </a:bodyPr>
          <a:p>
            <a:pPr algn="ctr" defTabSz="457200">
              <a:lnSpc>
                <a:spcPct val="100000"/>
              </a:lnSpc>
            </a:pPr>
            <a:r>
              <a:rPr b="1" lang="en-US" sz="1700" spc="-1" strike="noStrike">
                <a:solidFill>
                  <a:srgbClr val="eff7f7"/>
                </a:solidFill>
                <a:latin typeface="Aptos"/>
              </a:rPr>
              <a:t>We are asking for the opportunity to generate local evidence—not acceptance of an untested operational forecast.</a:t>
            </a:r>
            <a:endParaRPr b="0" lang="en-US" sz="1700" spc="-1" strike="noStrike">
              <a:solidFill>
                <a:srgbClr val="ffffff"/>
              </a:solidFill>
              <a:latin typeface="Arial"/>
            </a:endParaRPr>
          </a:p>
        </p:txBody>
      </p:sp>
      <p:sp>
        <p:nvSpPr>
          <p:cNvPr id="259" name="TextBox 17"/>
          <p:cNvSpPr/>
          <p:nvPr/>
        </p:nvSpPr>
        <p:spPr>
          <a:xfrm>
            <a:off x="502920" y="6537960"/>
            <a:ext cx="6400440" cy="194760"/>
          </a:xfrm>
          <a:prstGeom prst="rect">
            <a:avLst/>
          </a:prstGeom>
          <a:noFill/>
          <a:ln w="0">
            <a:noFill/>
          </a:ln>
        </p:spPr>
        <p:style>
          <a:lnRef idx="0"/>
          <a:fillRef idx="0"/>
          <a:effectRef idx="0"/>
          <a:fontRef idx="minor"/>
        </p:style>
        <p:txBody>
          <a:bodyPr lIns="36720" rIns="36720" tIns="36720" bIns="36720" anchor="t">
            <a:spAutoFit/>
          </a:bodyPr>
          <a:p>
            <a:pPr defTabSz="457200">
              <a:lnSpc>
                <a:spcPct val="100000"/>
              </a:lnSpc>
            </a:pPr>
            <a:r>
              <a:rPr b="1" lang="en-US" sz="800" spc="-1" strike="noStrike">
                <a:solidFill>
                  <a:srgbClr val="a6c2c6"/>
                </a:solidFill>
                <a:latin typeface="Aptos"/>
              </a:rPr>
              <a:t>PROJECT FALCON • FULLBRIGHT COLLEGE</a:t>
            </a:r>
            <a:endParaRPr b="0" lang="en-US" sz="800" spc="-1" strike="noStrike">
              <a:solidFill>
                <a:srgbClr val="ffffff"/>
              </a:solidFill>
              <a:latin typeface="Arial"/>
            </a:endParaRPr>
          </a:p>
        </p:txBody>
      </p:sp>
      <p:sp>
        <p:nvSpPr>
          <p:cNvPr id="260" name="TextBox 18"/>
          <p:cNvSpPr/>
          <p:nvPr/>
        </p:nvSpPr>
        <p:spPr>
          <a:xfrm>
            <a:off x="9144000" y="6537960"/>
            <a:ext cx="2514240" cy="194760"/>
          </a:xfrm>
          <a:prstGeom prst="rect">
            <a:avLst/>
          </a:prstGeom>
          <a:noFill/>
          <a:ln w="0">
            <a:noFill/>
          </a:ln>
        </p:spPr>
        <p:style>
          <a:lnRef idx="0"/>
          <a:fillRef idx="0"/>
          <a:effectRef idx="0"/>
          <a:fontRef idx="minor"/>
        </p:style>
        <p:txBody>
          <a:bodyPr lIns="36720" rIns="36720" tIns="36720" bIns="36720" anchor="t">
            <a:spAutoFit/>
          </a:bodyPr>
          <a:p>
            <a:pPr algn="r" defTabSz="457200">
              <a:lnSpc>
                <a:spcPct val="100000"/>
              </a:lnSpc>
            </a:pPr>
            <a:r>
              <a:rPr b="1" lang="en-US" sz="800" spc="-1" strike="noStrike">
                <a:solidFill>
                  <a:srgbClr val="a6c2c6"/>
                </a:solidFill>
                <a:latin typeface="Aptos"/>
              </a:rPr>
              <a:t>DOST IDEA PRESENTATION</a:t>
            </a:r>
            <a:endParaRPr b="0" lang="en-US" sz="800" spc="-1" strike="noStrike">
              <a:solidFill>
                <a:srgbClr val="ffffff"/>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pitchFamily="0" charset="1"/>
        <a:ea typeface=""/>
        <a:cs typeface=""/>
      </a:majorFont>
      <a:minorFont>
        <a:latin typeface="Calibri" pitchFamily="0" charset="1"/>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l="0" t="0" r="0" b="0"/>
        </a:gradFill>
        <a:gradFill>
          <a:gsLst>
            <a:gs pos="0">
              <a:schemeClr val="phClr">
                <a:tint val="100000"/>
                <a:shade val="100000"/>
              </a:schemeClr>
            </a:gs>
            <a:gs pos="100000">
              <a:schemeClr val="phClr">
                <a:tint val="50000"/>
                <a:shade val="100000"/>
              </a:schemeClr>
            </a:gs>
          </a:gsLst>
          <a:lin ang="16200000" scaled="0"/>
          <a:tileRect l="0" t="0" r="0" b="0"/>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l="0" t="0" r="0" b="0"/>
        </a:gradFill>
        <a:gradFill>
          <a:gsLst>
            <a:gs pos="0">
              <a:schemeClr val="phClr">
                <a:tint val="80000"/>
              </a:schemeClr>
            </a:gs>
            <a:gs pos="100000">
              <a:schemeClr val="phClr">
                <a:shade val="30000"/>
              </a:schemeClr>
            </a:gs>
          </a:gsLst>
          <a:path path="circle">
            <a:fillToRect l="50000" t="50000" r="50000" b="50000"/>
          </a:path>
          <a:tileRect l="0" t="0" r="0" b="0"/>
        </a:gradFill>
      </a:bgFillStyleLst>
    </a:fmtScheme>
  </a:themeElements>
</a:theme>
</file>

<file path=ppt/theme/theme12.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1</TotalTime>
  <Application>LibreOffice/24.2.7.2$Linux_X86_64 LibreOffice_project/420$Build-2</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Project FALCON Research Group — Fullbright College</dc:creator>
  <dc:description>Concept visuals are illustrative. Dashboard values are simulated until physical validation.</dc:description>
  <dc:language>en-US</dc:language>
  <cp:lastModifiedBy/>
  <dcterms:modified xsi:type="dcterms:W3CDTF">2026-08-16T01:18:17Z</dcterms:modified>
  <cp:revision>2</cp:revision>
  <dc:subject>Funding proposal for a solar-powered smart coastal observation buoy</dc:subject>
  <dc:title>Project FALCON — DOST Idea Presentation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